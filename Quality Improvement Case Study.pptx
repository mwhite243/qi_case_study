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8090"/>
    <a:srgbClr val="89AB4B"/>
    <a:srgbClr val="000000"/>
    <a:srgbClr val="556B2F"/>
    <a:srgbClr val="CC5500"/>
    <a:srgbClr val="4682B4"/>
    <a:srgbClr val="333333"/>
    <a:srgbClr val="228B22"/>
    <a:srgbClr val="5D3FD3"/>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0D8F8-F007-41E7-BB2C-ACFB9A218844}" v="35" dt="2025-11-24T15:53:29.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89" autoAdjust="0"/>
  </p:normalViewPr>
  <p:slideViewPr>
    <p:cSldViewPr snapToGrid="0">
      <p:cViewPr>
        <p:scale>
          <a:sx n="50" d="100"/>
          <a:sy n="50" d="100"/>
        </p:scale>
        <p:origin x="198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Matthew" userId="ca116b23-7605-45c8-9962-6bbec07e4ba9" providerId="ADAL" clId="{2DD7DB28-43CC-4992-97CE-3A11B7677A8A}"/>
    <pc:docChg chg="undo custSel addSld delSld modSld">
      <pc:chgData name="White, Matthew" userId="ca116b23-7605-45c8-9962-6bbec07e4ba9" providerId="ADAL" clId="{2DD7DB28-43CC-4992-97CE-3A11B7677A8A}" dt="2025-11-24T15:57:43.124" v="955" actId="20577"/>
      <pc:docMkLst>
        <pc:docMk/>
      </pc:docMkLst>
      <pc:sldChg chg="delSp modSp mod">
        <pc:chgData name="White, Matthew" userId="ca116b23-7605-45c8-9962-6bbec07e4ba9" providerId="ADAL" clId="{2DD7DB28-43CC-4992-97CE-3A11B7677A8A}" dt="2025-11-24T15:54:13.899" v="903" actId="1076"/>
        <pc:sldMkLst>
          <pc:docMk/>
          <pc:sldMk cId="868353474" sldId="256"/>
        </pc:sldMkLst>
        <pc:spChg chg="mod">
          <ac:chgData name="White, Matthew" userId="ca116b23-7605-45c8-9962-6bbec07e4ba9" providerId="ADAL" clId="{2DD7DB28-43CC-4992-97CE-3A11B7677A8A}" dt="2025-11-24T15:06:09.769" v="19" actId="207"/>
          <ac:spMkLst>
            <pc:docMk/>
            <pc:sldMk cId="868353474" sldId="256"/>
            <ac:spMk id="2" creationId="{5D78F8E7-1F74-AB04-DE51-1569E6D0E21D}"/>
          </ac:spMkLst>
        </pc:spChg>
        <pc:spChg chg="mod">
          <ac:chgData name="White, Matthew" userId="ca116b23-7605-45c8-9962-6bbec07e4ba9" providerId="ADAL" clId="{2DD7DB28-43CC-4992-97CE-3A11B7677A8A}" dt="2025-11-24T15:10:35.269" v="67" actId="207"/>
          <ac:spMkLst>
            <pc:docMk/>
            <pc:sldMk cId="868353474" sldId="256"/>
            <ac:spMk id="3" creationId="{4DB4A471-1211-9EE0-5F5E-87DF5EFD7313}"/>
          </ac:spMkLst>
        </pc:spChg>
        <pc:spChg chg="mod">
          <ac:chgData name="White, Matthew" userId="ca116b23-7605-45c8-9962-6bbec07e4ba9" providerId="ADAL" clId="{2DD7DB28-43CC-4992-97CE-3A11B7677A8A}" dt="2025-11-24T15:04:10.723" v="10" actId="207"/>
          <ac:spMkLst>
            <pc:docMk/>
            <pc:sldMk cId="868353474" sldId="256"/>
            <ac:spMk id="4" creationId="{E5E87E93-C25B-FC38-B07D-548DB3B415AD}"/>
          </ac:spMkLst>
        </pc:spChg>
        <pc:spChg chg="mod">
          <ac:chgData name="White, Matthew" userId="ca116b23-7605-45c8-9962-6bbec07e4ba9" providerId="ADAL" clId="{2DD7DB28-43CC-4992-97CE-3A11B7677A8A}" dt="2025-11-24T15:54:13.899" v="903" actId="1076"/>
          <ac:spMkLst>
            <pc:docMk/>
            <pc:sldMk cId="868353474" sldId="256"/>
            <ac:spMk id="5" creationId="{0CE67661-22AC-6381-66E6-3C48A9B47FCE}"/>
          </ac:spMkLst>
        </pc:spChg>
        <pc:spChg chg="mod">
          <ac:chgData name="White, Matthew" userId="ca116b23-7605-45c8-9962-6bbec07e4ba9" providerId="ADAL" clId="{2DD7DB28-43CC-4992-97CE-3A11B7677A8A}" dt="2025-11-24T15:14:24.444" v="103" actId="14100"/>
          <ac:spMkLst>
            <pc:docMk/>
            <pc:sldMk cId="868353474" sldId="256"/>
            <ac:spMk id="7" creationId="{DA119B98-78AB-9E15-EC53-10ADC9C7CE3D}"/>
          </ac:spMkLst>
        </pc:spChg>
        <pc:spChg chg="mod">
          <ac:chgData name="White, Matthew" userId="ca116b23-7605-45c8-9962-6bbec07e4ba9" providerId="ADAL" clId="{2DD7DB28-43CC-4992-97CE-3A11B7677A8A}" dt="2025-11-24T15:14:37.739" v="105" actId="1076"/>
          <ac:spMkLst>
            <pc:docMk/>
            <pc:sldMk cId="868353474" sldId="256"/>
            <ac:spMk id="8" creationId="{83AAB510-142A-6078-FBCF-A855B6552D06}"/>
          </ac:spMkLst>
        </pc:spChg>
        <pc:spChg chg="mod">
          <ac:chgData name="White, Matthew" userId="ca116b23-7605-45c8-9962-6bbec07e4ba9" providerId="ADAL" clId="{2DD7DB28-43CC-4992-97CE-3A11B7677A8A}" dt="2025-11-24T15:14:37.739" v="105" actId="1076"/>
          <ac:spMkLst>
            <pc:docMk/>
            <pc:sldMk cId="868353474" sldId="256"/>
            <ac:spMk id="9" creationId="{ADAAA5B7-08BB-77E6-BF33-880A8E2D7AE0}"/>
          </ac:spMkLst>
        </pc:spChg>
        <pc:spChg chg="mod">
          <ac:chgData name="White, Matthew" userId="ca116b23-7605-45c8-9962-6bbec07e4ba9" providerId="ADAL" clId="{2DD7DB28-43CC-4992-97CE-3A11B7677A8A}" dt="2025-11-24T15:14:29.602" v="104" actId="14100"/>
          <ac:spMkLst>
            <pc:docMk/>
            <pc:sldMk cId="868353474" sldId="256"/>
            <ac:spMk id="11" creationId="{72839193-C610-DE70-B82D-370F600539C6}"/>
          </ac:spMkLst>
        </pc:spChg>
        <pc:spChg chg="del mod">
          <ac:chgData name="White, Matthew" userId="ca116b23-7605-45c8-9962-6bbec07e4ba9" providerId="ADAL" clId="{2DD7DB28-43CC-4992-97CE-3A11B7677A8A}" dt="2025-11-24T15:10:18.352" v="66" actId="478"/>
          <ac:spMkLst>
            <pc:docMk/>
            <pc:sldMk cId="868353474" sldId="256"/>
            <ac:spMk id="12" creationId="{72CB4F97-8663-A314-4DCA-EB5441112655}"/>
          </ac:spMkLst>
        </pc:spChg>
        <pc:graphicFrameChg chg="mod">
          <ac:chgData name="White, Matthew" userId="ca116b23-7605-45c8-9962-6bbec07e4ba9" providerId="ADAL" clId="{2DD7DB28-43CC-4992-97CE-3A11B7677A8A}" dt="2025-11-24T15:14:44.599" v="106" actId="1076"/>
          <ac:graphicFrameMkLst>
            <pc:docMk/>
            <pc:sldMk cId="868353474" sldId="256"/>
            <ac:graphicFrameMk id="13" creationId="{98F16EBA-F0E6-5040-BE5A-AEBF7AB1A690}"/>
          </ac:graphicFrameMkLst>
        </pc:graphicFrameChg>
      </pc:sldChg>
      <pc:sldChg chg="addSp delSp modSp add mod">
        <pc:chgData name="White, Matthew" userId="ca116b23-7605-45c8-9962-6bbec07e4ba9" providerId="ADAL" clId="{2DD7DB28-43CC-4992-97CE-3A11B7677A8A}" dt="2025-11-24T15:57:43.124" v="955" actId="20577"/>
        <pc:sldMkLst>
          <pc:docMk/>
          <pc:sldMk cId="609344947" sldId="257"/>
        </pc:sldMkLst>
        <pc:spChg chg="mod">
          <ac:chgData name="White, Matthew" userId="ca116b23-7605-45c8-9962-6bbec07e4ba9" providerId="ADAL" clId="{2DD7DB28-43CC-4992-97CE-3A11B7677A8A}" dt="2025-11-24T15:33:45.492" v="310" actId="1076"/>
          <ac:spMkLst>
            <pc:docMk/>
            <pc:sldMk cId="609344947" sldId="257"/>
            <ac:spMk id="3" creationId="{ABE11A02-4491-33A6-97E5-31CBD0EA4178}"/>
          </ac:spMkLst>
        </pc:spChg>
        <pc:spChg chg="mod">
          <ac:chgData name="White, Matthew" userId="ca116b23-7605-45c8-9962-6bbec07e4ba9" providerId="ADAL" clId="{2DD7DB28-43CC-4992-97CE-3A11B7677A8A}" dt="2025-11-24T15:32:06.057" v="298" actId="14100"/>
          <ac:spMkLst>
            <pc:docMk/>
            <pc:sldMk cId="609344947" sldId="257"/>
            <ac:spMk id="4" creationId="{AF4973C7-9C11-3AD2-2490-8846CE35AD20}"/>
          </ac:spMkLst>
        </pc:spChg>
        <pc:spChg chg="mod">
          <ac:chgData name="White, Matthew" userId="ca116b23-7605-45c8-9962-6bbec07e4ba9" providerId="ADAL" clId="{2DD7DB28-43CC-4992-97CE-3A11B7677A8A}" dt="2025-11-24T15:57:43.124" v="955" actId="20577"/>
          <ac:spMkLst>
            <pc:docMk/>
            <pc:sldMk cId="609344947" sldId="257"/>
            <ac:spMk id="5" creationId="{8AEEDA4F-2864-3224-5BC0-A1CF72987EA1}"/>
          </ac:spMkLst>
        </pc:spChg>
        <pc:spChg chg="mod">
          <ac:chgData name="White, Matthew" userId="ca116b23-7605-45c8-9962-6bbec07e4ba9" providerId="ADAL" clId="{2DD7DB28-43CC-4992-97CE-3A11B7677A8A}" dt="2025-11-24T15:33:56.251" v="314" actId="1076"/>
          <ac:spMkLst>
            <pc:docMk/>
            <pc:sldMk cId="609344947" sldId="257"/>
            <ac:spMk id="7" creationId="{A30AAECC-24E5-565F-5EBA-079F5FC2BA9F}"/>
          </ac:spMkLst>
        </pc:spChg>
        <pc:spChg chg="del mod">
          <ac:chgData name="White, Matthew" userId="ca116b23-7605-45c8-9962-6bbec07e4ba9" providerId="ADAL" clId="{2DD7DB28-43CC-4992-97CE-3A11B7677A8A}" dt="2025-11-24T15:15:45.722" v="129" actId="478"/>
          <ac:spMkLst>
            <pc:docMk/>
            <pc:sldMk cId="609344947" sldId="257"/>
            <ac:spMk id="8" creationId="{DFC6F57A-8D4D-6026-14B3-E1669D877703}"/>
          </ac:spMkLst>
        </pc:spChg>
        <pc:spChg chg="del mod">
          <ac:chgData name="White, Matthew" userId="ca116b23-7605-45c8-9962-6bbec07e4ba9" providerId="ADAL" clId="{2DD7DB28-43CC-4992-97CE-3A11B7677A8A}" dt="2025-11-24T15:15:47.122" v="130" actId="478"/>
          <ac:spMkLst>
            <pc:docMk/>
            <pc:sldMk cId="609344947" sldId="257"/>
            <ac:spMk id="9" creationId="{35E82E6C-8519-DEC9-1627-6F8A2B90DD4A}"/>
          </ac:spMkLst>
        </pc:spChg>
        <pc:spChg chg="add del">
          <ac:chgData name="White, Matthew" userId="ca116b23-7605-45c8-9962-6bbec07e4ba9" providerId="ADAL" clId="{2DD7DB28-43CC-4992-97CE-3A11B7677A8A}" dt="2025-11-24T15:12:43.500" v="86" actId="22"/>
          <ac:spMkLst>
            <pc:docMk/>
            <pc:sldMk cId="609344947" sldId="257"/>
            <ac:spMk id="10" creationId="{5104078E-C12C-A010-D78A-B7BD5EEEFCA6}"/>
          </ac:spMkLst>
        </pc:spChg>
        <pc:spChg chg="del mod">
          <ac:chgData name="White, Matthew" userId="ca116b23-7605-45c8-9962-6bbec07e4ba9" providerId="ADAL" clId="{2DD7DB28-43CC-4992-97CE-3A11B7677A8A}" dt="2025-11-24T15:20:17.017" v="190" actId="478"/>
          <ac:spMkLst>
            <pc:docMk/>
            <pc:sldMk cId="609344947" sldId="257"/>
            <ac:spMk id="11" creationId="{F339E323-BC43-5B96-A847-526D5736AB00}"/>
          </ac:spMkLst>
        </pc:spChg>
        <pc:spChg chg="del mod">
          <ac:chgData name="White, Matthew" userId="ca116b23-7605-45c8-9962-6bbec07e4ba9" providerId="ADAL" clId="{2DD7DB28-43CC-4992-97CE-3A11B7677A8A}" dt="2025-11-24T15:10:14.163" v="64" actId="478"/>
          <ac:spMkLst>
            <pc:docMk/>
            <pc:sldMk cId="609344947" sldId="257"/>
            <ac:spMk id="12" creationId="{4C96AC5E-EF91-67B8-5A2A-CCD69894F53F}"/>
          </ac:spMkLst>
        </pc:spChg>
        <pc:spChg chg="add mod">
          <ac:chgData name="White, Matthew" userId="ca116b23-7605-45c8-9962-6bbec07e4ba9" providerId="ADAL" clId="{2DD7DB28-43CC-4992-97CE-3A11B7677A8A}" dt="2025-11-24T15:33:48.692" v="311" actId="1076"/>
          <ac:spMkLst>
            <pc:docMk/>
            <pc:sldMk cId="609344947" sldId="257"/>
            <ac:spMk id="14" creationId="{95FD54CC-ACAB-4D69-5FA4-27BCABBD6E7F}"/>
          </ac:spMkLst>
        </pc:spChg>
        <pc:spChg chg="add del">
          <ac:chgData name="White, Matthew" userId="ca116b23-7605-45c8-9962-6bbec07e4ba9" providerId="ADAL" clId="{2DD7DB28-43CC-4992-97CE-3A11B7677A8A}" dt="2025-11-24T15:13:25.884" v="93" actId="22"/>
          <ac:spMkLst>
            <pc:docMk/>
            <pc:sldMk cId="609344947" sldId="257"/>
            <ac:spMk id="16" creationId="{BF893154-C008-E9C3-3433-C7FAC3ABC18F}"/>
          </ac:spMkLst>
        </pc:spChg>
        <pc:spChg chg="add mod">
          <ac:chgData name="White, Matthew" userId="ca116b23-7605-45c8-9962-6bbec07e4ba9" providerId="ADAL" clId="{2DD7DB28-43CC-4992-97CE-3A11B7677A8A}" dt="2025-11-24T15:34:02.765" v="315" actId="1076"/>
          <ac:spMkLst>
            <pc:docMk/>
            <pc:sldMk cId="609344947" sldId="257"/>
            <ac:spMk id="17" creationId="{6F54AA80-5F4E-53ED-8139-66DDF7CD0667}"/>
          </ac:spMkLst>
        </pc:spChg>
        <pc:graphicFrameChg chg="del modGraphic">
          <ac:chgData name="White, Matthew" userId="ca116b23-7605-45c8-9962-6bbec07e4ba9" providerId="ADAL" clId="{2DD7DB28-43CC-4992-97CE-3A11B7677A8A}" dt="2025-11-24T15:10:59.684" v="73" actId="478"/>
          <ac:graphicFrameMkLst>
            <pc:docMk/>
            <pc:sldMk cId="609344947" sldId="257"/>
            <ac:graphicFrameMk id="13" creationId="{F6DC65DC-8B1D-42FF-016E-F8A9087EA34F}"/>
          </ac:graphicFrameMkLst>
        </pc:graphicFrameChg>
      </pc:sldChg>
      <pc:sldChg chg="addSp delSp modSp add del mod">
        <pc:chgData name="White, Matthew" userId="ca116b23-7605-45c8-9962-6bbec07e4ba9" providerId="ADAL" clId="{2DD7DB28-43CC-4992-97CE-3A11B7677A8A}" dt="2025-11-24T15:09:51.415" v="50" actId="47"/>
        <pc:sldMkLst>
          <pc:docMk/>
          <pc:sldMk cId="2649555111" sldId="257"/>
        </pc:sldMkLst>
        <pc:spChg chg="del">
          <ac:chgData name="White, Matthew" userId="ca116b23-7605-45c8-9962-6bbec07e4ba9" providerId="ADAL" clId="{2DD7DB28-43CC-4992-97CE-3A11B7677A8A}" dt="2025-11-24T15:07:26.257" v="23" actId="478"/>
          <ac:spMkLst>
            <pc:docMk/>
            <pc:sldMk cId="2649555111" sldId="257"/>
            <ac:spMk id="3" creationId="{830605C9-1609-EF9C-8EF4-94E7F7F2906F}"/>
          </ac:spMkLst>
        </pc:spChg>
        <pc:spChg chg="mod">
          <ac:chgData name="White, Matthew" userId="ca116b23-7605-45c8-9962-6bbec07e4ba9" providerId="ADAL" clId="{2DD7DB28-43CC-4992-97CE-3A11B7677A8A}" dt="2025-11-24T15:08:24.665" v="42" actId="14100"/>
          <ac:spMkLst>
            <pc:docMk/>
            <pc:sldMk cId="2649555111" sldId="257"/>
            <ac:spMk id="4" creationId="{F40FBED8-DA41-9626-E56F-D1E0921B21B1}"/>
          </ac:spMkLst>
        </pc:spChg>
        <pc:spChg chg="mod">
          <ac:chgData name="White, Matthew" userId="ca116b23-7605-45c8-9962-6bbec07e4ba9" providerId="ADAL" clId="{2DD7DB28-43CC-4992-97CE-3A11B7677A8A}" dt="2025-11-24T15:08:50.323" v="45" actId="1076"/>
          <ac:spMkLst>
            <pc:docMk/>
            <pc:sldMk cId="2649555111" sldId="257"/>
            <ac:spMk id="5" creationId="{E923A8C8-5619-7E10-52C4-70208015022B}"/>
          </ac:spMkLst>
        </pc:spChg>
        <pc:spChg chg="mod">
          <ac:chgData name="White, Matthew" userId="ca116b23-7605-45c8-9962-6bbec07e4ba9" providerId="ADAL" clId="{2DD7DB28-43CC-4992-97CE-3A11B7677A8A}" dt="2025-11-24T15:09:13.970" v="49" actId="1076"/>
          <ac:spMkLst>
            <pc:docMk/>
            <pc:sldMk cId="2649555111" sldId="257"/>
            <ac:spMk id="7" creationId="{051415A2-A26E-6D32-D009-ABDB8133A678}"/>
          </ac:spMkLst>
        </pc:spChg>
        <pc:spChg chg="mod">
          <ac:chgData name="White, Matthew" userId="ca116b23-7605-45c8-9962-6bbec07e4ba9" providerId="ADAL" clId="{2DD7DB28-43CC-4992-97CE-3A11B7677A8A}" dt="2025-11-24T15:08:50.323" v="45" actId="1076"/>
          <ac:spMkLst>
            <pc:docMk/>
            <pc:sldMk cId="2649555111" sldId="257"/>
            <ac:spMk id="8" creationId="{5764772B-F798-A8AA-397E-4BE2B8DFB37E}"/>
          </ac:spMkLst>
        </pc:spChg>
        <pc:spChg chg="mod">
          <ac:chgData name="White, Matthew" userId="ca116b23-7605-45c8-9962-6bbec07e4ba9" providerId="ADAL" clId="{2DD7DB28-43CC-4992-97CE-3A11B7677A8A}" dt="2025-11-24T15:09:13.970" v="49" actId="1076"/>
          <ac:spMkLst>
            <pc:docMk/>
            <pc:sldMk cId="2649555111" sldId="257"/>
            <ac:spMk id="9" creationId="{86A87CDB-DFF2-0B20-8C77-4A85ED396D26}"/>
          </ac:spMkLst>
        </pc:spChg>
        <pc:spChg chg="add del mod">
          <ac:chgData name="White, Matthew" userId="ca116b23-7605-45c8-9962-6bbec07e4ba9" providerId="ADAL" clId="{2DD7DB28-43CC-4992-97CE-3A11B7677A8A}" dt="2025-11-24T15:07:28.549" v="24" actId="478"/>
          <ac:spMkLst>
            <pc:docMk/>
            <pc:sldMk cId="2649555111" sldId="257"/>
            <ac:spMk id="10" creationId="{BBEB7E39-ECDA-0456-538D-161006E30979}"/>
          </ac:spMkLst>
        </pc:spChg>
        <pc:spChg chg="mod">
          <ac:chgData name="White, Matthew" userId="ca116b23-7605-45c8-9962-6bbec07e4ba9" providerId="ADAL" clId="{2DD7DB28-43CC-4992-97CE-3A11B7677A8A}" dt="2025-11-24T15:09:13.970" v="49" actId="1076"/>
          <ac:spMkLst>
            <pc:docMk/>
            <pc:sldMk cId="2649555111" sldId="257"/>
            <ac:spMk id="11" creationId="{EC32506D-2B6A-348E-B904-D818A32316F4}"/>
          </ac:spMkLst>
        </pc:spChg>
        <pc:spChg chg="add mod">
          <ac:chgData name="White, Matthew" userId="ca116b23-7605-45c8-9962-6bbec07e4ba9" providerId="ADAL" clId="{2DD7DB28-43CC-4992-97CE-3A11B7677A8A}" dt="2025-11-24T15:08:38.806" v="44" actId="1076"/>
          <ac:spMkLst>
            <pc:docMk/>
            <pc:sldMk cId="2649555111" sldId="257"/>
            <ac:spMk id="14" creationId="{38C66307-24F0-1A69-AF7F-62F1EA1708F8}"/>
          </ac:spMkLst>
        </pc:spChg>
        <pc:graphicFrameChg chg="del">
          <ac:chgData name="White, Matthew" userId="ca116b23-7605-45c8-9962-6bbec07e4ba9" providerId="ADAL" clId="{2DD7DB28-43CC-4992-97CE-3A11B7677A8A}" dt="2025-11-24T15:07:58.105" v="35" actId="478"/>
          <ac:graphicFrameMkLst>
            <pc:docMk/>
            <pc:sldMk cId="2649555111" sldId="257"/>
            <ac:graphicFrameMk id="13" creationId="{F6A829D4-BC37-464D-F2E8-287E573F458A}"/>
          </ac:graphicFrameMkLst>
        </pc:graphicFrameChg>
      </pc:sldChg>
      <pc:sldChg chg="addSp delSp modSp add mod">
        <pc:chgData name="White, Matthew" userId="ca116b23-7605-45c8-9962-6bbec07e4ba9" providerId="ADAL" clId="{2DD7DB28-43CC-4992-97CE-3A11B7677A8A}" dt="2025-11-24T15:55:53.515" v="934" actId="20577"/>
        <pc:sldMkLst>
          <pc:docMk/>
          <pc:sldMk cId="3270986189" sldId="258"/>
        </pc:sldMkLst>
        <pc:spChg chg="del">
          <ac:chgData name="White, Matthew" userId="ca116b23-7605-45c8-9962-6bbec07e4ba9" providerId="ADAL" clId="{2DD7DB28-43CC-4992-97CE-3A11B7677A8A}" dt="2025-11-24T15:18:50.401" v="152" actId="478"/>
          <ac:spMkLst>
            <pc:docMk/>
            <pc:sldMk cId="3270986189" sldId="258"/>
            <ac:spMk id="3" creationId="{33A466C5-8E5C-6465-274A-9B9740B17355}"/>
          </ac:spMkLst>
        </pc:spChg>
        <pc:spChg chg="del">
          <ac:chgData name="White, Matthew" userId="ca116b23-7605-45c8-9962-6bbec07e4ba9" providerId="ADAL" clId="{2DD7DB28-43CC-4992-97CE-3A11B7677A8A}" dt="2025-11-24T15:18:31.215" v="150" actId="478"/>
          <ac:spMkLst>
            <pc:docMk/>
            <pc:sldMk cId="3270986189" sldId="258"/>
            <ac:spMk id="4" creationId="{BCB07EF8-DF39-4BFC-4C93-6B12C48FBE5A}"/>
          </ac:spMkLst>
        </pc:spChg>
        <pc:spChg chg="del mod">
          <ac:chgData name="White, Matthew" userId="ca116b23-7605-45c8-9962-6bbec07e4ba9" providerId="ADAL" clId="{2DD7DB28-43CC-4992-97CE-3A11B7677A8A}" dt="2025-11-24T15:18:18.517" v="148" actId="478"/>
          <ac:spMkLst>
            <pc:docMk/>
            <pc:sldMk cId="3270986189" sldId="258"/>
            <ac:spMk id="5" creationId="{1B16BD84-9780-1481-3F5A-8F52D46B4CCC}"/>
          </ac:spMkLst>
        </pc:spChg>
        <pc:spChg chg="mod">
          <ac:chgData name="White, Matthew" userId="ca116b23-7605-45c8-9962-6bbec07e4ba9" providerId="ADAL" clId="{2DD7DB28-43CC-4992-97CE-3A11B7677A8A}" dt="2025-11-24T15:42:04.982" v="728" actId="14100"/>
          <ac:spMkLst>
            <pc:docMk/>
            <pc:sldMk cId="3270986189" sldId="258"/>
            <ac:spMk id="7" creationId="{1D9B9C3C-AF24-8500-A97F-1CBE459C1729}"/>
          </ac:spMkLst>
        </pc:spChg>
        <pc:spChg chg="add del mod">
          <ac:chgData name="White, Matthew" userId="ca116b23-7605-45c8-9962-6bbec07e4ba9" providerId="ADAL" clId="{2DD7DB28-43CC-4992-97CE-3A11B7677A8A}" dt="2025-11-24T15:18:52.431" v="153" actId="478"/>
          <ac:spMkLst>
            <pc:docMk/>
            <pc:sldMk cId="3270986189" sldId="258"/>
            <ac:spMk id="8" creationId="{6FDDA9EF-10E7-5AB2-DD95-A7F0C0CF6F00}"/>
          </ac:spMkLst>
        </pc:spChg>
        <pc:spChg chg="add mod">
          <ac:chgData name="White, Matthew" userId="ca116b23-7605-45c8-9962-6bbec07e4ba9" providerId="ADAL" clId="{2DD7DB28-43CC-4992-97CE-3A11B7677A8A}" dt="2025-11-24T15:55:53.515" v="934" actId="20577"/>
          <ac:spMkLst>
            <pc:docMk/>
            <pc:sldMk cId="3270986189" sldId="258"/>
            <ac:spMk id="10" creationId="{1337CB66-A2AE-831A-D783-C9F5DD76F5CE}"/>
          </ac:spMkLst>
        </pc:spChg>
        <pc:spChg chg="mod">
          <ac:chgData name="White, Matthew" userId="ca116b23-7605-45c8-9962-6bbec07e4ba9" providerId="ADAL" clId="{2DD7DB28-43CC-4992-97CE-3A11B7677A8A}" dt="2025-11-24T15:34:28.985" v="317" actId="1076"/>
          <ac:spMkLst>
            <pc:docMk/>
            <pc:sldMk cId="3270986189" sldId="258"/>
            <ac:spMk id="11" creationId="{D2826640-A6B4-199D-78A9-B715B14E01BC}"/>
          </ac:spMkLst>
        </pc:spChg>
        <pc:spChg chg="del">
          <ac:chgData name="White, Matthew" userId="ca116b23-7605-45c8-9962-6bbec07e4ba9" providerId="ADAL" clId="{2DD7DB28-43CC-4992-97CE-3A11B7677A8A}" dt="2025-11-24T15:18:20.202" v="149" actId="478"/>
          <ac:spMkLst>
            <pc:docMk/>
            <pc:sldMk cId="3270986189" sldId="258"/>
            <ac:spMk id="14" creationId="{98744F9D-30C3-DD6F-9F78-168AA2540ECE}"/>
          </ac:spMkLst>
        </pc:spChg>
        <pc:spChg chg="mod">
          <ac:chgData name="White, Matthew" userId="ca116b23-7605-45c8-9962-6bbec07e4ba9" providerId="ADAL" clId="{2DD7DB28-43CC-4992-97CE-3A11B7677A8A}" dt="2025-11-24T15:42:09.869" v="729" actId="14100"/>
          <ac:spMkLst>
            <pc:docMk/>
            <pc:sldMk cId="3270986189" sldId="258"/>
            <ac:spMk id="17" creationId="{EDEF2CE8-20F2-0849-F322-CF42820F5218}"/>
          </ac:spMkLst>
        </pc:spChg>
      </pc:sldChg>
      <pc:sldChg chg="addSp delSp modSp add mod">
        <pc:chgData name="White, Matthew" userId="ca116b23-7605-45c8-9962-6bbec07e4ba9" providerId="ADAL" clId="{2DD7DB28-43CC-4992-97CE-3A11B7677A8A}" dt="2025-11-24T15:55:41.578" v="932" actId="113"/>
        <pc:sldMkLst>
          <pc:docMk/>
          <pc:sldMk cId="3437826000" sldId="259"/>
        </pc:sldMkLst>
        <pc:spChg chg="add mod">
          <ac:chgData name="White, Matthew" userId="ca116b23-7605-45c8-9962-6bbec07e4ba9" providerId="ADAL" clId="{2DD7DB28-43CC-4992-97CE-3A11B7677A8A}" dt="2025-11-24T15:35:11.120" v="339" actId="20577"/>
          <ac:spMkLst>
            <pc:docMk/>
            <pc:sldMk cId="3437826000" sldId="259"/>
            <ac:spMk id="3" creationId="{4FA36904-5629-1BAA-3C52-68A6D5B1AB4F}"/>
          </ac:spMkLst>
        </pc:spChg>
        <pc:spChg chg="add mod">
          <ac:chgData name="White, Matthew" userId="ca116b23-7605-45c8-9962-6bbec07e4ba9" providerId="ADAL" clId="{2DD7DB28-43CC-4992-97CE-3A11B7677A8A}" dt="2025-11-24T15:50:13.449" v="835" actId="1076"/>
          <ac:spMkLst>
            <pc:docMk/>
            <pc:sldMk cId="3437826000" sldId="259"/>
            <ac:spMk id="4" creationId="{D9E6A7B5-83E6-B850-5282-82E9EE1BBE6D}"/>
          </ac:spMkLst>
        </pc:spChg>
        <pc:spChg chg="add del mod">
          <ac:chgData name="White, Matthew" userId="ca116b23-7605-45c8-9962-6bbec07e4ba9" providerId="ADAL" clId="{2DD7DB28-43CC-4992-97CE-3A11B7677A8A}" dt="2025-11-24T15:35:17.097" v="342" actId="478"/>
          <ac:spMkLst>
            <pc:docMk/>
            <pc:sldMk cId="3437826000" sldId="259"/>
            <ac:spMk id="5" creationId="{3A3FCE9B-F119-1F85-2F8A-7D91D4B7677F}"/>
          </ac:spMkLst>
        </pc:spChg>
        <pc:spChg chg="add mod">
          <ac:chgData name="White, Matthew" userId="ca116b23-7605-45c8-9962-6bbec07e4ba9" providerId="ADAL" clId="{2DD7DB28-43CC-4992-97CE-3A11B7677A8A}" dt="2025-11-24T15:55:41.578" v="932" actId="113"/>
          <ac:spMkLst>
            <pc:docMk/>
            <pc:sldMk cId="3437826000" sldId="259"/>
            <ac:spMk id="6" creationId="{69CF656E-2B3B-5429-759F-1E0D011CF4AA}"/>
          </ac:spMkLst>
        </pc:spChg>
        <pc:spChg chg="mod">
          <ac:chgData name="White, Matthew" userId="ca116b23-7605-45c8-9962-6bbec07e4ba9" providerId="ADAL" clId="{2DD7DB28-43CC-4992-97CE-3A11B7677A8A}" dt="2025-11-24T15:32:29.399" v="301" actId="14100"/>
          <ac:spMkLst>
            <pc:docMk/>
            <pc:sldMk cId="3437826000" sldId="259"/>
            <ac:spMk id="7" creationId="{6406C3F0-5FEC-63DE-D207-717F10E3B232}"/>
          </ac:spMkLst>
        </pc:spChg>
        <pc:spChg chg="add mod">
          <ac:chgData name="White, Matthew" userId="ca116b23-7605-45c8-9962-6bbec07e4ba9" providerId="ADAL" clId="{2DD7DB28-43CC-4992-97CE-3A11B7677A8A}" dt="2025-11-24T15:50:15.618" v="836" actId="1076"/>
          <ac:spMkLst>
            <pc:docMk/>
            <pc:sldMk cId="3437826000" sldId="259"/>
            <ac:spMk id="9" creationId="{645C532B-8229-8C83-4AA5-DAF34DA78EC6}"/>
          </ac:spMkLst>
        </pc:spChg>
        <pc:spChg chg="del mod">
          <ac:chgData name="White, Matthew" userId="ca116b23-7605-45c8-9962-6bbec07e4ba9" providerId="ADAL" clId="{2DD7DB28-43CC-4992-97CE-3A11B7677A8A}" dt="2025-11-24T15:31:07.686" v="293" actId="478"/>
          <ac:spMkLst>
            <pc:docMk/>
            <pc:sldMk cId="3437826000" sldId="259"/>
            <ac:spMk id="10" creationId="{062677FD-197A-265A-413A-5C5A4B17AB3E}"/>
          </ac:spMkLst>
        </pc:spChg>
        <pc:spChg chg="del">
          <ac:chgData name="White, Matthew" userId="ca116b23-7605-45c8-9962-6bbec07e4ba9" providerId="ADAL" clId="{2DD7DB28-43CC-4992-97CE-3A11B7677A8A}" dt="2025-11-24T15:31:08.407" v="294" actId="478"/>
          <ac:spMkLst>
            <pc:docMk/>
            <pc:sldMk cId="3437826000" sldId="259"/>
            <ac:spMk id="11" creationId="{DB4B39CF-2C15-7A89-00B5-2E8D593B7918}"/>
          </ac:spMkLst>
        </pc:spChg>
        <pc:spChg chg="add del">
          <ac:chgData name="White, Matthew" userId="ca116b23-7605-45c8-9962-6bbec07e4ba9" providerId="ADAL" clId="{2DD7DB28-43CC-4992-97CE-3A11B7677A8A}" dt="2025-11-24T15:42:32.185" v="732" actId="22"/>
          <ac:spMkLst>
            <pc:docMk/>
            <pc:sldMk cId="3437826000" sldId="259"/>
            <ac:spMk id="13" creationId="{5011DEEE-7B4C-DCBE-568F-0CC5CF10AD09}"/>
          </ac:spMkLst>
        </pc:spChg>
        <pc:spChg chg="add mod">
          <ac:chgData name="White, Matthew" userId="ca116b23-7605-45c8-9962-6bbec07e4ba9" providerId="ADAL" clId="{2DD7DB28-43CC-4992-97CE-3A11B7677A8A}" dt="2025-11-24T15:50:18.341" v="837" actId="1076"/>
          <ac:spMkLst>
            <pc:docMk/>
            <pc:sldMk cId="3437826000" sldId="259"/>
            <ac:spMk id="14" creationId="{8EC46384-FDEF-3D5F-D91D-CCECAB424630}"/>
          </ac:spMkLst>
        </pc:spChg>
        <pc:spChg chg="add mod">
          <ac:chgData name="White, Matthew" userId="ca116b23-7605-45c8-9962-6bbec07e4ba9" providerId="ADAL" clId="{2DD7DB28-43CC-4992-97CE-3A11B7677A8A}" dt="2025-11-24T15:55:25.093" v="929" actId="113"/>
          <ac:spMkLst>
            <pc:docMk/>
            <pc:sldMk cId="3437826000" sldId="259"/>
            <ac:spMk id="15" creationId="{1ECB4772-D1DA-F232-AF17-96153A01DD73}"/>
          </ac:spMkLst>
        </pc:spChg>
        <pc:spChg chg="mod">
          <ac:chgData name="White, Matthew" userId="ca116b23-7605-45c8-9962-6bbec07e4ba9" providerId="ADAL" clId="{2DD7DB28-43CC-4992-97CE-3A11B7677A8A}" dt="2025-11-24T15:54:50.102" v="905" actId="113"/>
          <ac:spMkLst>
            <pc:docMk/>
            <pc:sldMk cId="3437826000" sldId="259"/>
            <ac:spMk id="17" creationId="{8C9043AA-DA5B-8DE0-1765-F25C049CE442}"/>
          </ac:spMkLst>
        </pc:spChg>
        <pc:graphicFrameChg chg="add del mod modGraphic">
          <ac:chgData name="White, Matthew" userId="ca116b23-7605-45c8-9962-6bbec07e4ba9" providerId="ADAL" clId="{2DD7DB28-43CC-4992-97CE-3A11B7677A8A}" dt="2025-11-24T15:40:23.983" v="717" actId="478"/>
          <ac:graphicFrameMkLst>
            <pc:docMk/>
            <pc:sldMk cId="3437826000" sldId="259"/>
            <ac:graphicFrameMk id="8" creationId="{6A09DF41-6EED-FAD2-231A-447EE3E1E7E7}"/>
          </ac:graphicFrameMkLst>
        </pc:graphicFrameChg>
      </pc:sldChg>
      <pc:sldChg chg="delSp modSp add mod">
        <pc:chgData name="White, Matthew" userId="ca116b23-7605-45c8-9962-6bbec07e4ba9" providerId="ADAL" clId="{2DD7DB28-43CC-4992-97CE-3A11B7677A8A}" dt="2025-11-24T15:53:31.005" v="901" actId="20577"/>
        <pc:sldMkLst>
          <pc:docMk/>
          <pc:sldMk cId="2084552417" sldId="260"/>
        </pc:sldMkLst>
        <pc:spChg chg="del">
          <ac:chgData name="White, Matthew" userId="ca116b23-7605-45c8-9962-6bbec07e4ba9" providerId="ADAL" clId="{2DD7DB28-43CC-4992-97CE-3A11B7677A8A}" dt="2025-11-24T15:43:40.231" v="756" actId="478"/>
          <ac:spMkLst>
            <pc:docMk/>
            <pc:sldMk cId="2084552417" sldId="260"/>
            <ac:spMk id="3" creationId="{5F358F07-0921-34AF-9B36-40832476EA71}"/>
          </ac:spMkLst>
        </pc:spChg>
        <pc:spChg chg="del">
          <ac:chgData name="White, Matthew" userId="ca116b23-7605-45c8-9962-6bbec07e4ba9" providerId="ADAL" clId="{2DD7DB28-43CC-4992-97CE-3A11B7677A8A}" dt="2025-11-24T15:44:06.511" v="791" actId="478"/>
          <ac:spMkLst>
            <pc:docMk/>
            <pc:sldMk cId="2084552417" sldId="260"/>
            <ac:spMk id="4" creationId="{E405E273-4C85-69CC-C769-6DA6AAFE917A}"/>
          </ac:spMkLst>
        </pc:spChg>
        <pc:spChg chg="del">
          <ac:chgData name="White, Matthew" userId="ca116b23-7605-45c8-9962-6bbec07e4ba9" providerId="ADAL" clId="{2DD7DB28-43CC-4992-97CE-3A11B7677A8A}" dt="2025-11-24T15:43:41.863" v="757" actId="478"/>
          <ac:spMkLst>
            <pc:docMk/>
            <pc:sldMk cId="2084552417" sldId="260"/>
            <ac:spMk id="6" creationId="{A5F92E58-2E2C-B6DD-B330-573AF5198D1D}"/>
          </ac:spMkLst>
        </pc:spChg>
        <pc:spChg chg="mod">
          <ac:chgData name="White, Matthew" userId="ca116b23-7605-45c8-9962-6bbec07e4ba9" providerId="ADAL" clId="{2DD7DB28-43CC-4992-97CE-3A11B7677A8A}" dt="2025-11-24T15:44:05.033" v="790" actId="207"/>
          <ac:spMkLst>
            <pc:docMk/>
            <pc:sldMk cId="2084552417" sldId="260"/>
            <ac:spMk id="7" creationId="{5D5854CC-4117-17A7-42D2-4890135F5B49}"/>
          </ac:spMkLst>
        </pc:spChg>
        <pc:spChg chg="del">
          <ac:chgData name="White, Matthew" userId="ca116b23-7605-45c8-9962-6bbec07e4ba9" providerId="ADAL" clId="{2DD7DB28-43CC-4992-97CE-3A11B7677A8A}" dt="2025-11-24T15:43:43.715" v="758" actId="478"/>
          <ac:spMkLst>
            <pc:docMk/>
            <pc:sldMk cId="2084552417" sldId="260"/>
            <ac:spMk id="17" creationId="{F7D69C45-6E40-B9FD-1498-D1D65C8F6E67}"/>
          </ac:spMkLst>
        </pc:spChg>
        <pc:graphicFrameChg chg="mod modGraphic">
          <ac:chgData name="White, Matthew" userId="ca116b23-7605-45c8-9962-6bbec07e4ba9" providerId="ADAL" clId="{2DD7DB28-43CC-4992-97CE-3A11B7677A8A}" dt="2025-11-24T15:53:31.005" v="901" actId="20577"/>
          <ac:graphicFrameMkLst>
            <pc:docMk/>
            <pc:sldMk cId="2084552417" sldId="260"/>
            <ac:graphicFrameMk id="8" creationId="{0FE54171-0DA7-B44A-3B0C-0275D22FADCD}"/>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326754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3500232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tint val="82000"/>
                  </a:schemeClr>
                </a:solidFill>
              </a:defRPr>
            </a:lvl1pPr>
            <a:lvl2pPr marL="388620" indent="0">
              <a:buNone/>
              <a:defRPr sz="1700">
                <a:solidFill>
                  <a:schemeClr val="tx1">
                    <a:tint val="82000"/>
                  </a:schemeClr>
                </a:solidFill>
              </a:defRPr>
            </a:lvl2pPr>
            <a:lvl3pPr marL="777240" indent="0">
              <a:buNone/>
              <a:defRPr sz="1530">
                <a:solidFill>
                  <a:schemeClr val="tx1">
                    <a:tint val="82000"/>
                  </a:schemeClr>
                </a:solidFill>
              </a:defRPr>
            </a:lvl3pPr>
            <a:lvl4pPr marL="1165860" indent="0">
              <a:buNone/>
              <a:defRPr sz="1360">
                <a:solidFill>
                  <a:schemeClr val="tx1">
                    <a:tint val="82000"/>
                  </a:schemeClr>
                </a:solidFill>
              </a:defRPr>
            </a:lvl4pPr>
            <a:lvl5pPr marL="1554480" indent="0">
              <a:buNone/>
              <a:defRPr sz="1360">
                <a:solidFill>
                  <a:schemeClr val="tx1">
                    <a:tint val="82000"/>
                  </a:schemeClr>
                </a:solidFill>
              </a:defRPr>
            </a:lvl5pPr>
            <a:lvl6pPr marL="1943100" indent="0">
              <a:buNone/>
              <a:defRPr sz="1360">
                <a:solidFill>
                  <a:schemeClr val="tx1">
                    <a:tint val="82000"/>
                  </a:schemeClr>
                </a:solidFill>
              </a:defRPr>
            </a:lvl6pPr>
            <a:lvl7pPr marL="2331720" indent="0">
              <a:buNone/>
              <a:defRPr sz="1360">
                <a:solidFill>
                  <a:schemeClr val="tx1">
                    <a:tint val="82000"/>
                  </a:schemeClr>
                </a:solidFill>
              </a:defRPr>
            </a:lvl7pPr>
            <a:lvl8pPr marL="2720340" indent="0">
              <a:buNone/>
              <a:defRPr sz="1360">
                <a:solidFill>
                  <a:schemeClr val="tx1">
                    <a:tint val="82000"/>
                  </a:schemeClr>
                </a:solidFill>
              </a:defRPr>
            </a:lvl8pPr>
            <a:lvl9pPr marL="3108960" indent="0">
              <a:buNone/>
              <a:defRPr sz="1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3272175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1063373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9877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853318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1012756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320362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dirty="0"/>
              <a:t>Click icon to add picture</a:t>
            </a:r>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3566540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2422935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688D3D-2968-4103-ABA6-4D4048BA4289}" type="datetimeFigureOut">
              <a:rPr lang="en-US" smtClean="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0B3184A-4EB2-453E-8610-1F6237FF53FF}" type="slidenum">
              <a:rPr lang="en-US" smtClean="0"/>
              <a:t>‹#›</a:t>
            </a:fld>
            <a:endParaRPr lang="en-US" dirty="0"/>
          </a:p>
        </p:txBody>
      </p:sp>
    </p:spTree>
    <p:extLst>
      <p:ext uri="{BB962C8B-B14F-4D97-AF65-F5344CB8AC3E}">
        <p14:creationId xmlns:p14="http://schemas.microsoft.com/office/powerpoint/2010/main" val="422868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82000"/>
                  </a:schemeClr>
                </a:solidFill>
              </a:defRPr>
            </a:lvl1pPr>
          </a:lstStyle>
          <a:p>
            <a:fld id="{FD688D3D-2968-4103-ABA6-4D4048BA4289}" type="datetimeFigureOut">
              <a:rPr lang="en-US" smtClean="0"/>
              <a:t>11/24/2025</a:t>
            </a:fld>
            <a:endParaRPr lang="en-US" dirty="0"/>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82000"/>
                  </a:schemeClr>
                </a:solidFill>
              </a:defRPr>
            </a:lvl1pPr>
          </a:lstStyle>
          <a:p>
            <a:fld id="{30B3184A-4EB2-453E-8610-1F6237FF53FF}" type="slidenum">
              <a:rPr lang="en-US" smtClean="0"/>
              <a:t>‹#›</a:t>
            </a:fld>
            <a:endParaRPr lang="en-US" dirty="0"/>
          </a:p>
        </p:txBody>
      </p:sp>
    </p:spTree>
    <p:extLst>
      <p:ext uri="{BB962C8B-B14F-4D97-AF65-F5344CB8AC3E}">
        <p14:creationId xmlns:p14="http://schemas.microsoft.com/office/powerpoint/2010/main" val="164492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8F8E7-1F74-AB04-DE51-1569E6D0E21D}"/>
              </a:ext>
            </a:extLst>
          </p:cNvPr>
          <p:cNvSpPr>
            <a:spLocks noGrp="1"/>
          </p:cNvSpPr>
          <p:nvPr>
            <p:ph type="ctrTitle"/>
          </p:nvPr>
        </p:nvSpPr>
        <p:spPr>
          <a:xfrm>
            <a:off x="167640" y="167641"/>
            <a:ext cx="7426960" cy="472439"/>
          </a:xfrm>
        </p:spPr>
        <p:txBody>
          <a:bodyPr>
            <a:noAutofit/>
          </a:bodyPr>
          <a:lstStyle/>
          <a:p>
            <a:r>
              <a:rPr lang="en-US" sz="3000" b="1" dirty="0">
                <a:solidFill>
                  <a:schemeClr val="tx1">
                    <a:lumMod val="75000"/>
                    <a:lumOff val="25000"/>
                  </a:schemeClr>
                </a:solidFill>
              </a:rPr>
              <a:t>Quality Improvement Training</a:t>
            </a:r>
          </a:p>
        </p:txBody>
      </p:sp>
      <p:sp>
        <p:nvSpPr>
          <p:cNvPr id="3" name="Subtitle 2">
            <a:extLst>
              <a:ext uri="{FF2B5EF4-FFF2-40B4-BE49-F238E27FC236}">
                <a16:creationId xmlns:a16="http://schemas.microsoft.com/office/drawing/2014/main" id="{4DB4A471-1211-9EE0-5F5E-87DF5EFD7313}"/>
              </a:ext>
            </a:extLst>
          </p:cNvPr>
          <p:cNvSpPr>
            <a:spLocks noGrp="1"/>
          </p:cNvSpPr>
          <p:nvPr>
            <p:ph type="subTitle" idx="1"/>
          </p:nvPr>
        </p:nvSpPr>
        <p:spPr>
          <a:xfrm>
            <a:off x="312420" y="1441978"/>
            <a:ext cx="7137400" cy="1660315"/>
          </a:xfrm>
        </p:spPr>
        <p:txBody>
          <a:bodyPr>
            <a:noAutofit/>
          </a:bodyPr>
          <a:lstStyle/>
          <a:p>
            <a:pPr algn="l">
              <a:lnSpc>
                <a:spcPct val="150000"/>
              </a:lnSpc>
            </a:pPr>
            <a:r>
              <a:rPr lang="en-US" sz="1200" dirty="0">
                <a:solidFill>
                  <a:srgbClr val="000000"/>
                </a:solidFill>
              </a:rPr>
              <a:t>This training program equips employees with practical strategies and essential knowledge to initiate and sustain quality improvement projects. It addresses common challenges, clarifies distinctions between quality improvement and compliance, and introduces Lean Six Sigma opportunities. </a:t>
            </a:r>
          </a:p>
          <a:p>
            <a:pPr algn="l">
              <a:lnSpc>
                <a:spcPct val="150000"/>
              </a:lnSpc>
            </a:pPr>
            <a:r>
              <a:rPr lang="en-US" sz="1200" dirty="0">
                <a:solidFill>
                  <a:srgbClr val="000000"/>
                </a:solidFill>
              </a:rPr>
              <a:t>Through interactive and experiential learning, employees gain confidence and actionable skills to drive organizational success.</a:t>
            </a:r>
          </a:p>
        </p:txBody>
      </p:sp>
      <p:sp>
        <p:nvSpPr>
          <p:cNvPr id="4" name="Rectangle 3">
            <a:extLst>
              <a:ext uri="{FF2B5EF4-FFF2-40B4-BE49-F238E27FC236}">
                <a16:creationId xmlns:a16="http://schemas.microsoft.com/office/drawing/2014/main" id="{E5E87E93-C25B-FC38-B07D-548DB3B415AD}"/>
              </a:ext>
            </a:extLst>
          </p:cNvPr>
          <p:cNvSpPr/>
          <p:nvPr/>
        </p:nvSpPr>
        <p:spPr>
          <a:xfrm>
            <a:off x="312420" y="803592"/>
            <a:ext cx="7137400" cy="495300"/>
          </a:xfrm>
          <a:prstGeom prst="rect">
            <a:avLst/>
          </a:prstGeom>
          <a:solidFill>
            <a:srgbClr val="4682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Executive Summary</a:t>
            </a:r>
          </a:p>
        </p:txBody>
      </p:sp>
      <p:sp>
        <p:nvSpPr>
          <p:cNvPr id="5" name="Rectangle 4">
            <a:extLst>
              <a:ext uri="{FF2B5EF4-FFF2-40B4-BE49-F238E27FC236}">
                <a16:creationId xmlns:a16="http://schemas.microsoft.com/office/drawing/2014/main" id="{0CE67661-22AC-6381-66E6-3C48A9B47FCE}"/>
              </a:ext>
            </a:extLst>
          </p:cNvPr>
          <p:cNvSpPr/>
          <p:nvPr/>
        </p:nvSpPr>
        <p:spPr>
          <a:xfrm>
            <a:off x="312420" y="3376719"/>
            <a:ext cx="2857500" cy="493776"/>
          </a:xfrm>
          <a:prstGeom prst="rect">
            <a:avLst/>
          </a:prstGeom>
          <a:solidFill>
            <a:srgbClr val="7080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Tools Used:</a:t>
            </a:r>
          </a:p>
        </p:txBody>
      </p:sp>
      <p:sp>
        <p:nvSpPr>
          <p:cNvPr id="7" name="Rectangle 6">
            <a:extLst>
              <a:ext uri="{FF2B5EF4-FFF2-40B4-BE49-F238E27FC236}">
                <a16:creationId xmlns:a16="http://schemas.microsoft.com/office/drawing/2014/main" id="{DA119B98-78AB-9E15-EC53-10ADC9C7CE3D}"/>
              </a:ext>
            </a:extLst>
          </p:cNvPr>
          <p:cNvSpPr/>
          <p:nvPr/>
        </p:nvSpPr>
        <p:spPr>
          <a:xfrm>
            <a:off x="4406900" y="3374136"/>
            <a:ext cx="2857500" cy="493776"/>
          </a:xfrm>
          <a:prstGeom prst="rect">
            <a:avLst/>
          </a:prstGeom>
          <a:solidFill>
            <a:srgbClr val="CC55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Audience:</a:t>
            </a:r>
          </a:p>
        </p:txBody>
      </p:sp>
      <p:sp>
        <p:nvSpPr>
          <p:cNvPr id="8" name="Subtitle 2">
            <a:extLst>
              <a:ext uri="{FF2B5EF4-FFF2-40B4-BE49-F238E27FC236}">
                <a16:creationId xmlns:a16="http://schemas.microsoft.com/office/drawing/2014/main" id="{83AAB510-142A-6078-FBCF-A855B6552D06}"/>
              </a:ext>
            </a:extLst>
          </p:cNvPr>
          <p:cNvSpPr txBox="1">
            <a:spLocks/>
          </p:cNvSpPr>
          <p:nvPr/>
        </p:nvSpPr>
        <p:spPr>
          <a:xfrm>
            <a:off x="312420" y="4073315"/>
            <a:ext cx="2857500" cy="1250528"/>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marL="171450" indent="-171450" algn="l">
              <a:lnSpc>
                <a:spcPct val="150000"/>
              </a:lnSpc>
              <a:buFont typeface="Arial" panose="020B0604020202020204" pitchFamily="34" charset="0"/>
              <a:buChar char="•"/>
            </a:pPr>
            <a:r>
              <a:rPr lang="en-US" sz="1200" dirty="0">
                <a:solidFill>
                  <a:srgbClr val="000000"/>
                </a:solidFill>
              </a:rPr>
              <a:t>Adobe Captivate</a:t>
            </a:r>
          </a:p>
          <a:p>
            <a:pPr marL="171450" indent="-171450" algn="l">
              <a:lnSpc>
                <a:spcPct val="150000"/>
              </a:lnSpc>
              <a:buFont typeface="Arial" panose="020B0604020202020204" pitchFamily="34" charset="0"/>
              <a:buChar char="•"/>
            </a:pPr>
            <a:r>
              <a:rPr lang="en-US" sz="1200" dirty="0">
                <a:solidFill>
                  <a:srgbClr val="000000"/>
                </a:solidFill>
              </a:rPr>
              <a:t>Audacity</a:t>
            </a:r>
          </a:p>
          <a:p>
            <a:pPr marL="171450" indent="-171450" algn="l">
              <a:lnSpc>
                <a:spcPct val="150000"/>
              </a:lnSpc>
              <a:buFont typeface="Arial" panose="020B0604020202020204" pitchFamily="34" charset="0"/>
              <a:buChar char="•"/>
            </a:pPr>
            <a:r>
              <a:rPr lang="en-US" sz="1200" dirty="0">
                <a:solidFill>
                  <a:srgbClr val="000000"/>
                </a:solidFill>
              </a:rPr>
              <a:t>CoPilot</a:t>
            </a:r>
          </a:p>
        </p:txBody>
      </p:sp>
      <p:sp>
        <p:nvSpPr>
          <p:cNvPr id="9" name="Subtitle 2">
            <a:extLst>
              <a:ext uri="{FF2B5EF4-FFF2-40B4-BE49-F238E27FC236}">
                <a16:creationId xmlns:a16="http://schemas.microsoft.com/office/drawing/2014/main" id="{ADAAA5B7-08BB-77E6-BF33-880A8E2D7AE0}"/>
              </a:ext>
            </a:extLst>
          </p:cNvPr>
          <p:cNvSpPr txBox="1">
            <a:spLocks/>
          </p:cNvSpPr>
          <p:nvPr/>
        </p:nvSpPr>
        <p:spPr>
          <a:xfrm>
            <a:off x="4406900" y="4073315"/>
            <a:ext cx="2857500" cy="1250528"/>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lvl="0" algn="l">
              <a:lnSpc>
                <a:spcPct val="150000"/>
              </a:lnSpc>
            </a:pPr>
            <a:r>
              <a:rPr lang="en-US" sz="1200" dirty="0"/>
              <a:t>Employees at a non-profit organization who need encouragement and practical strategies to pursue quality improvement projects.</a:t>
            </a:r>
          </a:p>
        </p:txBody>
      </p:sp>
      <p:sp>
        <p:nvSpPr>
          <p:cNvPr id="11" name="Rectangle 10">
            <a:extLst>
              <a:ext uri="{FF2B5EF4-FFF2-40B4-BE49-F238E27FC236}">
                <a16:creationId xmlns:a16="http://schemas.microsoft.com/office/drawing/2014/main" id="{72839193-C610-DE70-B82D-370F600539C6}"/>
              </a:ext>
            </a:extLst>
          </p:cNvPr>
          <p:cNvSpPr/>
          <p:nvPr/>
        </p:nvSpPr>
        <p:spPr>
          <a:xfrm>
            <a:off x="312420" y="5876716"/>
            <a:ext cx="6951980" cy="493776"/>
          </a:xfrm>
          <a:prstGeom prst="rect">
            <a:avLst/>
          </a:prstGeom>
          <a:solidFill>
            <a:srgbClr val="89AB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Learning Objectives:</a:t>
            </a:r>
          </a:p>
        </p:txBody>
      </p:sp>
      <p:graphicFrame>
        <p:nvGraphicFramePr>
          <p:cNvPr id="13" name="Table 12">
            <a:extLst>
              <a:ext uri="{FF2B5EF4-FFF2-40B4-BE49-F238E27FC236}">
                <a16:creationId xmlns:a16="http://schemas.microsoft.com/office/drawing/2014/main" id="{98F16EBA-F0E6-5040-BE5A-AEBF7AB1A690}"/>
              </a:ext>
            </a:extLst>
          </p:cNvPr>
          <p:cNvGraphicFramePr>
            <a:graphicFrameLocks noGrp="1"/>
          </p:cNvGraphicFramePr>
          <p:nvPr>
            <p:extLst>
              <p:ext uri="{D42A27DB-BD31-4B8C-83A1-F6EECF244321}">
                <p14:modId xmlns:p14="http://schemas.microsoft.com/office/powerpoint/2010/main" val="1108680497"/>
              </p:ext>
            </p:extLst>
          </p:nvPr>
        </p:nvGraphicFramePr>
        <p:xfrm>
          <a:off x="312420" y="6642335"/>
          <a:ext cx="6951980" cy="2748280"/>
        </p:xfrm>
        <a:graphic>
          <a:graphicData uri="http://schemas.openxmlformats.org/drawingml/2006/table">
            <a:tbl>
              <a:tblPr firstRow="1" bandRow="1">
                <a:tableStyleId>{5C22544A-7EE6-4342-B048-85BDC9FD1C3A}</a:tableStyleId>
              </a:tblPr>
              <a:tblGrid>
                <a:gridCol w="3599180">
                  <a:extLst>
                    <a:ext uri="{9D8B030D-6E8A-4147-A177-3AD203B41FA5}">
                      <a16:colId xmlns:a16="http://schemas.microsoft.com/office/drawing/2014/main" val="2975422963"/>
                    </a:ext>
                  </a:extLst>
                </a:gridCol>
                <a:gridCol w="3352800">
                  <a:extLst>
                    <a:ext uri="{9D8B030D-6E8A-4147-A177-3AD203B41FA5}">
                      <a16:colId xmlns:a16="http://schemas.microsoft.com/office/drawing/2014/main" val="1227275691"/>
                    </a:ext>
                  </a:extLst>
                </a:gridCol>
              </a:tblGrid>
              <a:tr h="370840">
                <a:tc>
                  <a:txBody>
                    <a:bodyPr/>
                    <a:lstStyle/>
                    <a:p>
                      <a:r>
                        <a:rPr lang="en-US" sz="1200" dirty="0">
                          <a:solidFill>
                            <a:schemeClr val="tx1"/>
                          </a:solidFill>
                        </a:rPr>
                        <a:t>Learning Objective: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Bloom’s Taxonomy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2774063"/>
                  </a:ext>
                </a:extLst>
              </a:tr>
              <a:tr h="370840">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Define the term “quality improvement.” </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Remember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3620023"/>
                  </a:ext>
                </a:extLst>
              </a:tr>
              <a:tr h="370840">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t>Distinguish between "quality improvement" and "compliance.“ </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Understand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906388"/>
                  </a:ext>
                </a:extLst>
              </a:tr>
              <a:tr h="370840">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t>Explain what to do when an opportunity for improvement is recognized. </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Apply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4644115"/>
                  </a:ext>
                </a:extLst>
              </a:tr>
              <a:tr h="370840">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t>Explain what Lean Six Sigma Yellow Belt training entails and how to sign up for the training. </a:t>
                      </a:r>
                      <a:endParaRPr lang="en-US" sz="1200" dirty="0">
                        <a:solidFill>
                          <a:srgbClr val="000000"/>
                        </a:solidFill>
                      </a:endParaRP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Understand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6665821"/>
                  </a:ext>
                </a:extLst>
              </a:tr>
            </a:tbl>
          </a:graphicData>
        </a:graphic>
      </p:graphicFrame>
    </p:spTree>
    <p:extLst>
      <p:ext uri="{BB962C8B-B14F-4D97-AF65-F5344CB8AC3E}">
        <p14:creationId xmlns:p14="http://schemas.microsoft.com/office/powerpoint/2010/main" val="868353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BCE85515-23D1-6B41-E287-2388A9B21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FCD2C-D036-679D-391A-A1FECC6BDDAA}"/>
              </a:ext>
            </a:extLst>
          </p:cNvPr>
          <p:cNvSpPr>
            <a:spLocks noGrp="1"/>
          </p:cNvSpPr>
          <p:nvPr>
            <p:ph type="ctrTitle"/>
          </p:nvPr>
        </p:nvSpPr>
        <p:spPr>
          <a:xfrm>
            <a:off x="167640" y="167641"/>
            <a:ext cx="7426960" cy="472439"/>
          </a:xfrm>
        </p:spPr>
        <p:txBody>
          <a:bodyPr>
            <a:noAutofit/>
          </a:bodyPr>
          <a:lstStyle/>
          <a:p>
            <a:r>
              <a:rPr lang="en-US" sz="3000" b="1" dirty="0">
                <a:solidFill>
                  <a:schemeClr val="tx1">
                    <a:lumMod val="75000"/>
                    <a:lumOff val="25000"/>
                  </a:schemeClr>
                </a:solidFill>
              </a:rPr>
              <a:t>Quality Improvement Training</a:t>
            </a:r>
          </a:p>
        </p:txBody>
      </p:sp>
      <p:sp>
        <p:nvSpPr>
          <p:cNvPr id="3" name="Subtitle 2">
            <a:extLst>
              <a:ext uri="{FF2B5EF4-FFF2-40B4-BE49-F238E27FC236}">
                <a16:creationId xmlns:a16="http://schemas.microsoft.com/office/drawing/2014/main" id="{ABE11A02-4491-33A6-97E5-31CBD0EA4178}"/>
              </a:ext>
            </a:extLst>
          </p:cNvPr>
          <p:cNvSpPr>
            <a:spLocks noGrp="1"/>
          </p:cNvSpPr>
          <p:nvPr>
            <p:ph type="subTitle" idx="1"/>
          </p:nvPr>
        </p:nvSpPr>
        <p:spPr>
          <a:xfrm>
            <a:off x="312418" y="1422187"/>
            <a:ext cx="7137400" cy="2432431"/>
          </a:xfrm>
        </p:spPr>
        <p:txBody>
          <a:bodyPr>
            <a:noAutofit/>
          </a:bodyPr>
          <a:lstStyle/>
          <a:p>
            <a:pPr algn="l">
              <a:lnSpc>
                <a:spcPct val="150000"/>
              </a:lnSpc>
            </a:pPr>
            <a:r>
              <a:rPr lang="en-US" sz="1200" dirty="0"/>
              <a:t>The Performance Measurement and Quality Improvement (PMQI) department at a non-profit organization identified a recurring issue: employees were struggling to initiate and sustain quality improvement projects. Despite their dedication, they lacked practical strategies and encouragement to pursue these initiatives effectively.</a:t>
            </a:r>
          </a:p>
          <a:p>
            <a:pPr algn="l">
              <a:lnSpc>
                <a:spcPct val="150000"/>
              </a:lnSpc>
            </a:pPr>
            <a:r>
              <a:rPr lang="en-US" sz="1200" dirty="0"/>
              <a:t>To address this challenge, the PMQI department requested the development of a comprehensive training program. The goal was to equip employees with the necessary knowledge and skills to identify opportunities for improvement, differentiate between quality improvement and compliance, and apply practical strategies to drive successful projects.</a:t>
            </a:r>
          </a:p>
          <a:p>
            <a:pPr algn="l">
              <a:lnSpc>
                <a:spcPct val="150000"/>
              </a:lnSpc>
            </a:pPr>
            <a:endParaRPr lang="en-US" sz="1200" dirty="0">
              <a:solidFill>
                <a:srgbClr val="000000"/>
              </a:solidFill>
            </a:endParaRPr>
          </a:p>
        </p:txBody>
      </p:sp>
      <p:sp>
        <p:nvSpPr>
          <p:cNvPr id="4" name="Rectangle 3">
            <a:extLst>
              <a:ext uri="{FF2B5EF4-FFF2-40B4-BE49-F238E27FC236}">
                <a16:creationId xmlns:a16="http://schemas.microsoft.com/office/drawing/2014/main" id="{AF4973C7-9C11-3AD2-2490-8846CE35AD20}"/>
              </a:ext>
            </a:extLst>
          </p:cNvPr>
          <p:cNvSpPr/>
          <p:nvPr/>
        </p:nvSpPr>
        <p:spPr>
          <a:xfrm>
            <a:off x="312420" y="803592"/>
            <a:ext cx="7137400" cy="493776"/>
          </a:xfrm>
          <a:prstGeom prst="rect">
            <a:avLst/>
          </a:prstGeom>
          <a:solidFill>
            <a:srgbClr val="4682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Scenario:</a:t>
            </a:r>
          </a:p>
        </p:txBody>
      </p:sp>
      <p:sp>
        <p:nvSpPr>
          <p:cNvPr id="5" name="Rectangle 4">
            <a:extLst>
              <a:ext uri="{FF2B5EF4-FFF2-40B4-BE49-F238E27FC236}">
                <a16:creationId xmlns:a16="http://schemas.microsoft.com/office/drawing/2014/main" id="{8AEEDA4F-2864-3224-5BC0-A1CF72987EA1}"/>
              </a:ext>
            </a:extLst>
          </p:cNvPr>
          <p:cNvSpPr/>
          <p:nvPr/>
        </p:nvSpPr>
        <p:spPr>
          <a:xfrm>
            <a:off x="312419" y="4129681"/>
            <a:ext cx="7137399" cy="493776"/>
          </a:xfrm>
          <a:prstGeom prst="rect">
            <a:avLst/>
          </a:prstGeom>
          <a:solidFill>
            <a:srgbClr val="7080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Problem to be Solved:</a:t>
            </a:r>
          </a:p>
        </p:txBody>
      </p:sp>
      <p:sp>
        <p:nvSpPr>
          <p:cNvPr id="7" name="Rectangle 6">
            <a:extLst>
              <a:ext uri="{FF2B5EF4-FFF2-40B4-BE49-F238E27FC236}">
                <a16:creationId xmlns:a16="http://schemas.microsoft.com/office/drawing/2014/main" id="{A30AAECC-24E5-565F-5EBA-079F5FC2BA9F}"/>
              </a:ext>
            </a:extLst>
          </p:cNvPr>
          <p:cNvSpPr/>
          <p:nvPr/>
        </p:nvSpPr>
        <p:spPr>
          <a:xfrm>
            <a:off x="312418" y="5770406"/>
            <a:ext cx="7137400" cy="493776"/>
          </a:xfrm>
          <a:prstGeom prst="rect">
            <a:avLst/>
          </a:prstGeom>
          <a:solidFill>
            <a:srgbClr val="CC55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Defining Goals:</a:t>
            </a:r>
          </a:p>
        </p:txBody>
      </p:sp>
      <p:sp>
        <p:nvSpPr>
          <p:cNvPr id="14" name="Subtitle 2">
            <a:extLst>
              <a:ext uri="{FF2B5EF4-FFF2-40B4-BE49-F238E27FC236}">
                <a16:creationId xmlns:a16="http://schemas.microsoft.com/office/drawing/2014/main" id="{95FD54CC-ACAB-4D69-5FA4-27BCABBD6E7F}"/>
              </a:ext>
            </a:extLst>
          </p:cNvPr>
          <p:cNvSpPr txBox="1">
            <a:spLocks/>
          </p:cNvSpPr>
          <p:nvPr/>
        </p:nvSpPr>
        <p:spPr>
          <a:xfrm>
            <a:off x="312418" y="4748275"/>
            <a:ext cx="7137400" cy="970119"/>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algn="l">
              <a:lnSpc>
                <a:spcPct val="150000"/>
              </a:lnSpc>
            </a:pPr>
            <a:r>
              <a:rPr lang="en-US" sz="1200" dirty="0"/>
              <a:t>Employees were struggling to initiate and sustain quality improvement projects. Despite their dedication to the organization’s mission, they lacked practical strategies and encouragement to pursue these initiatives effectively.</a:t>
            </a:r>
          </a:p>
        </p:txBody>
      </p:sp>
      <p:sp>
        <p:nvSpPr>
          <p:cNvPr id="17" name="Subtitle 2">
            <a:extLst>
              <a:ext uri="{FF2B5EF4-FFF2-40B4-BE49-F238E27FC236}">
                <a16:creationId xmlns:a16="http://schemas.microsoft.com/office/drawing/2014/main" id="{6F54AA80-5F4E-53ED-8139-66DDF7CD0667}"/>
              </a:ext>
            </a:extLst>
          </p:cNvPr>
          <p:cNvSpPr txBox="1">
            <a:spLocks/>
          </p:cNvSpPr>
          <p:nvPr/>
        </p:nvSpPr>
        <p:spPr>
          <a:xfrm>
            <a:off x="312418" y="6316194"/>
            <a:ext cx="7137400" cy="2867102"/>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algn="l">
              <a:lnSpc>
                <a:spcPct val="150000"/>
              </a:lnSpc>
            </a:pPr>
            <a:r>
              <a:rPr lang="en-US" sz="1200" b="1" dirty="0"/>
              <a:t>Initial Request:</a:t>
            </a:r>
          </a:p>
          <a:p>
            <a:pPr algn="l">
              <a:lnSpc>
                <a:spcPct val="150000"/>
              </a:lnSpc>
            </a:pPr>
            <a:r>
              <a:rPr lang="en-US" sz="1200" dirty="0"/>
              <a:t>The initial request for this training came in the form of an email. There were few details or specifics, just a basic request for a course to train employees on how to approach quality improvement projects and to inform employees about Lean Six Sigma training.</a:t>
            </a:r>
          </a:p>
          <a:p>
            <a:pPr algn="l">
              <a:lnSpc>
                <a:spcPct val="150000"/>
              </a:lnSpc>
            </a:pPr>
            <a:r>
              <a:rPr lang="en-US" sz="1200" b="1" dirty="0"/>
              <a:t>SME Meeting:</a:t>
            </a:r>
          </a:p>
          <a:p>
            <a:pPr algn="l">
              <a:lnSpc>
                <a:spcPct val="150000"/>
              </a:lnSpc>
            </a:pPr>
            <a:r>
              <a:rPr lang="en-US" sz="1200" dirty="0"/>
              <a:t>In order to gain more information, set expectations, and discuss possibilities, a meeting was scheduled with the PMQI Department. During the meeting, several more goals were uncovered, such as differentiating between the PMQI Department and the Compliance Department. This led to additional insights.</a:t>
            </a:r>
          </a:p>
          <a:p>
            <a:pPr algn="l">
              <a:lnSpc>
                <a:spcPct val="150000"/>
              </a:lnSpc>
            </a:pPr>
            <a:r>
              <a:rPr lang="en-US" sz="1200" dirty="0"/>
              <a:t>Also during the meeting, the PMQI reviewed several past quality improvement projects and explained areas where the employees struggled with completing the projects.</a:t>
            </a:r>
          </a:p>
          <a:p>
            <a:pPr algn="l">
              <a:lnSpc>
                <a:spcPct val="150000"/>
              </a:lnSpc>
            </a:pPr>
            <a:endParaRPr lang="en-US" sz="1200" dirty="0"/>
          </a:p>
        </p:txBody>
      </p:sp>
    </p:spTree>
    <p:extLst>
      <p:ext uri="{BB962C8B-B14F-4D97-AF65-F5344CB8AC3E}">
        <p14:creationId xmlns:p14="http://schemas.microsoft.com/office/powerpoint/2010/main" val="609344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E3E97AE0-EE1B-B035-C670-971C3CA79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7AAE4-0321-07A2-8A7F-C4EF38351843}"/>
              </a:ext>
            </a:extLst>
          </p:cNvPr>
          <p:cNvSpPr>
            <a:spLocks noGrp="1"/>
          </p:cNvSpPr>
          <p:nvPr>
            <p:ph type="ctrTitle"/>
          </p:nvPr>
        </p:nvSpPr>
        <p:spPr>
          <a:xfrm>
            <a:off x="167640" y="167641"/>
            <a:ext cx="7426960" cy="472439"/>
          </a:xfrm>
        </p:spPr>
        <p:txBody>
          <a:bodyPr>
            <a:noAutofit/>
          </a:bodyPr>
          <a:lstStyle/>
          <a:p>
            <a:r>
              <a:rPr lang="en-US" sz="3000" b="1" dirty="0">
                <a:solidFill>
                  <a:schemeClr val="tx1">
                    <a:lumMod val="75000"/>
                    <a:lumOff val="25000"/>
                  </a:schemeClr>
                </a:solidFill>
              </a:rPr>
              <a:t>Quality Improvement Training</a:t>
            </a:r>
          </a:p>
        </p:txBody>
      </p:sp>
      <p:sp>
        <p:nvSpPr>
          <p:cNvPr id="7" name="Rectangle 6">
            <a:extLst>
              <a:ext uri="{FF2B5EF4-FFF2-40B4-BE49-F238E27FC236}">
                <a16:creationId xmlns:a16="http://schemas.microsoft.com/office/drawing/2014/main" id="{1D9B9C3C-AF24-8500-A97F-1CBE459C1729}"/>
              </a:ext>
            </a:extLst>
          </p:cNvPr>
          <p:cNvSpPr/>
          <p:nvPr/>
        </p:nvSpPr>
        <p:spPr>
          <a:xfrm>
            <a:off x="312418" y="804672"/>
            <a:ext cx="7137400" cy="493776"/>
          </a:xfrm>
          <a:prstGeom prst="rect">
            <a:avLst/>
          </a:prstGeom>
          <a:solidFill>
            <a:srgbClr val="CC55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Defining Goals Continued:</a:t>
            </a:r>
          </a:p>
        </p:txBody>
      </p:sp>
      <p:sp>
        <p:nvSpPr>
          <p:cNvPr id="11" name="Rectangle 10">
            <a:extLst>
              <a:ext uri="{FF2B5EF4-FFF2-40B4-BE49-F238E27FC236}">
                <a16:creationId xmlns:a16="http://schemas.microsoft.com/office/drawing/2014/main" id="{D2826640-A6B4-199D-78A9-B715B14E01BC}"/>
              </a:ext>
            </a:extLst>
          </p:cNvPr>
          <p:cNvSpPr/>
          <p:nvPr/>
        </p:nvSpPr>
        <p:spPr>
          <a:xfrm>
            <a:off x="312418" y="5615305"/>
            <a:ext cx="6951980" cy="493776"/>
          </a:xfrm>
          <a:prstGeom prst="rect">
            <a:avLst/>
          </a:prstGeom>
          <a:solidFill>
            <a:srgbClr val="89AB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Design:</a:t>
            </a:r>
          </a:p>
        </p:txBody>
      </p:sp>
      <p:sp>
        <p:nvSpPr>
          <p:cNvPr id="17" name="Subtitle 2">
            <a:extLst>
              <a:ext uri="{FF2B5EF4-FFF2-40B4-BE49-F238E27FC236}">
                <a16:creationId xmlns:a16="http://schemas.microsoft.com/office/drawing/2014/main" id="{EDEF2CE8-20F2-0849-F322-CF42820F5218}"/>
              </a:ext>
            </a:extLst>
          </p:cNvPr>
          <p:cNvSpPr txBox="1">
            <a:spLocks/>
          </p:cNvSpPr>
          <p:nvPr/>
        </p:nvSpPr>
        <p:spPr>
          <a:xfrm>
            <a:off x="312418" y="1452716"/>
            <a:ext cx="7137400" cy="4008322"/>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algn="l">
              <a:lnSpc>
                <a:spcPct val="150000"/>
              </a:lnSpc>
            </a:pPr>
            <a:r>
              <a:rPr lang="en-US" sz="1200" b="1" dirty="0"/>
              <a:t>Needs Analysis:</a:t>
            </a:r>
          </a:p>
          <a:p>
            <a:pPr lvl="0" algn="l">
              <a:lnSpc>
                <a:spcPct val="150000"/>
              </a:lnSpc>
            </a:pPr>
            <a:r>
              <a:rPr lang="en-US" sz="1200" dirty="0"/>
              <a:t>A review and analysis of prior quality improvement projects that have been completed. Both positives and negatives were identified.</a:t>
            </a:r>
          </a:p>
          <a:p>
            <a:pPr lvl="0" algn="l">
              <a:lnSpc>
                <a:spcPct val="150000"/>
              </a:lnSpc>
            </a:pPr>
            <a:r>
              <a:rPr lang="en-US" sz="1200" dirty="0"/>
              <a:t>Interviews with several department heads to discuss what they had experienced with quality improvement projects.</a:t>
            </a:r>
          </a:p>
          <a:p>
            <a:pPr lvl="0" algn="l">
              <a:lnSpc>
                <a:spcPct val="150000"/>
              </a:lnSpc>
            </a:pPr>
            <a:r>
              <a:rPr lang="en-US" sz="1200" dirty="0"/>
              <a:t>Interviews with employees that recently completed a quality improvement project.</a:t>
            </a:r>
          </a:p>
          <a:p>
            <a:pPr lvl="0" algn="l">
              <a:lnSpc>
                <a:spcPct val="150000"/>
              </a:lnSpc>
            </a:pPr>
            <a:r>
              <a:rPr lang="en-US" sz="1200" dirty="0"/>
              <a:t>A short survey of all employees to determine what the baseline of knowledge was regarding quality improvement, compliance, and Lean Six Sigma training.</a:t>
            </a:r>
          </a:p>
          <a:p>
            <a:pPr algn="l">
              <a:lnSpc>
                <a:spcPct val="150000"/>
              </a:lnSpc>
            </a:pPr>
            <a:r>
              <a:rPr lang="en-US" sz="1200" b="1" dirty="0"/>
              <a:t>Alignment Meeting:</a:t>
            </a:r>
          </a:p>
          <a:p>
            <a:pPr algn="l">
              <a:lnSpc>
                <a:spcPct val="150000"/>
              </a:lnSpc>
            </a:pPr>
            <a:r>
              <a:rPr lang="en-US" sz="1200" dirty="0"/>
              <a:t>Following the needs analysis, a meeting was held with the PMQI Department to review the data and crystallize the purpose of the training.</a:t>
            </a:r>
          </a:p>
          <a:p>
            <a:pPr algn="l">
              <a:lnSpc>
                <a:spcPct val="150000"/>
              </a:lnSpc>
            </a:pPr>
            <a:endParaRPr lang="en-US" sz="1200" dirty="0"/>
          </a:p>
          <a:p>
            <a:pPr algn="l">
              <a:lnSpc>
                <a:spcPct val="150000"/>
              </a:lnSpc>
            </a:pPr>
            <a:endParaRPr lang="en-US" sz="1200" dirty="0"/>
          </a:p>
        </p:txBody>
      </p:sp>
      <p:sp>
        <p:nvSpPr>
          <p:cNvPr id="10" name="TextBox 9">
            <a:extLst>
              <a:ext uri="{FF2B5EF4-FFF2-40B4-BE49-F238E27FC236}">
                <a16:creationId xmlns:a16="http://schemas.microsoft.com/office/drawing/2014/main" id="{1337CB66-A2AE-831A-D783-C9F5DD76F5CE}"/>
              </a:ext>
            </a:extLst>
          </p:cNvPr>
          <p:cNvSpPr txBox="1"/>
          <p:nvPr/>
        </p:nvSpPr>
        <p:spPr>
          <a:xfrm>
            <a:off x="312418" y="6263349"/>
            <a:ext cx="7137400" cy="2787173"/>
          </a:xfrm>
          <a:prstGeom prst="rect">
            <a:avLst/>
          </a:prstGeom>
          <a:noFill/>
        </p:spPr>
        <p:txBody>
          <a:bodyPr wrap="square">
            <a:spAutoFit/>
          </a:bodyPr>
          <a:lstStyle/>
          <a:p>
            <a:pPr lvl="0">
              <a:lnSpc>
                <a:spcPct val="150000"/>
              </a:lnSpc>
            </a:pPr>
            <a:r>
              <a:rPr lang="en-US" sz="1200" dirty="0"/>
              <a:t>After the alignment meeting, there was ongoing collaboration with the PMQI Department.</a:t>
            </a:r>
          </a:p>
          <a:p>
            <a:pPr lvl="0">
              <a:lnSpc>
                <a:spcPct val="150000"/>
              </a:lnSpc>
            </a:pPr>
            <a:endParaRPr lang="en-US" sz="1200" b="1" dirty="0"/>
          </a:p>
          <a:p>
            <a:pPr lvl="0">
              <a:lnSpc>
                <a:spcPct val="150000"/>
              </a:lnSpc>
            </a:pPr>
            <a:r>
              <a:rPr lang="en-US" sz="1200" b="1" dirty="0"/>
              <a:t>Outlines shared and reviewed</a:t>
            </a:r>
            <a:r>
              <a:rPr lang="en-US" sz="1200" dirty="0"/>
              <a:t>: An initial outline for the training was created and shared with the PMQI Department.</a:t>
            </a:r>
          </a:p>
          <a:p>
            <a:pPr lvl="0">
              <a:lnSpc>
                <a:spcPct val="150000"/>
              </a:lnSpc>
            </a:pPr>
            <a:endParaRPr lang="en-US" sz="1200" dirty="0"/>
          </a:p>
          <a:p>
            <a:pPr lvl="0">
              <a:lnSpc>
                <a:spcPct val="150000"/>
              </a:lnSpc>
            </a:pPr>
            <a:r>
              <a:rPr lang="en-US" sz="1200" b="1" dirty="0"/>
              <a:t>Storyboard reviewed</a:t>
            </a:r>
            <a:r>
              <a:rPr lang="en-US" sz="1200" dirty="0"/>
              <a:t>: A storyboard for the training was created and shared with the PMQI Department.</a:t>
            </a:r>
          </a:p>
          <a:p>
            <a:pPr lvl="0">
              <a:lnSpc>
                <a:spcPct val="150000"/>
              </a:lnSpc>
            </a:pPr>
            <a:endParaRPr lang="en-US" sz="1200" dirty="0"/>
          </a:p>
          <a:p>
            <a:pPr lvl="0">
              <a:lnSpc>
                <a:spcPct val="150000"/>
              </a:lnSpc>
            </a:pPr>
            <a:r>
              <a:rPr lang="en-US" sz="1200" b="1" dirty="0"/>
              <a:t>Email collaboration</a:t>
            </a:r>
            <a:r>
              <a:rPr lang="en-US" sz="1200" dirty="0"/>
              <a:t>: Several emails were exchanged during the outline and storyboard creation process. Also, emails were exchanged following their creation to ensure clarity and alignment.</a:t>
            </a:r>
          </a:p>
          <a:p>
            <a:pPr marL="0" marR="0">
              <a:lnSpc>
                <a:spcPct val="115000"/>
              </a:lnSpc>
              <a:spcAft>
                <a:spcPts val="800"/>
              </a:spcAft>
              <a:buNone/>
            </a:pPr>
            <a:endParaRPr lang="en-US" sz="1200" kern="100" dirty="0">
              <a:effectLst/>
              <a:latin typeface="Aptos" panose="020B0004020202020204" pitchFamily="34" charset="0"/>
              <a:ea typeface="DengXian" panose="02010600030101010101" pitchFamily="2" charset="-122"/>
              <a:cs typeface="Cordia New" panose="020B0304020202020204" pitchFamily="34" charset="-34"/>
            </a:endParaRPr>
          </a:p>
        </p:txBody>
      </p:sp>
    </p:spTree>
    <p:extLst>
      <p:ext uri="{BB962C8B-B14F-4D97-AF65-F5344CB8AC3E}">
        <p14:creationId xmlns:p14="http://schemas.microsoft.com/office/powerpoint/2010/main" val="327098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3C5DF9E3-C298-0319-718D-DE09E5C50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C00F6-6490-3922-7769-259FF7A282F0}"/>
              </a:ext>
            </a:extLst>
          </p:cNvPr>
          <p:cNvSpPr>
            <a:spLocks noGrp="1"/>
          </p:cNvSpPr>
          <p:nvPr>
            <p:ph type="ctrTitle"/>
          </p:nvPr>
        </p:nvSpPr>
        <p:spPr>
          <a:xfrm>
            <a:off x="167640" y="167641"/>
            <a:ext cx="7426960" cy="472439"/>
          </a:xfrm>
        </p:spPr>
        <p:txBody>
          <a:bodyPr>
            <a:noAutofit/>
          </a:bodyPr>
          <a:lstStyle/>
          <a:p>
            <a:r>
              <a:rPr lang="en-US" sz="3000" b="1" dirty="0">
                <a:solidFill>
                  <a:schemeClr val="tx1">
                    <a:lumMod val="75000"/>
                    <a:lumOff val="25000"/>
                  </a:schemeClr>
                </a:solidFill>
              </a:rPr>
              <a:t>Quality Improvement Training</a:t>
            </a:r>
          </a:p>
        </p:txBody>
      </p:sp>
      <p:sp>
        <p:nvSpPr>
          <p:cNvPr id="7" name="Rectangle 6">
            <a:extLst>
              <a:ext uri="{FF2B5EF4-FFF2-40B4-BE49-F238E27FC236}">
                <a16:creationId xmlns:a16="http://schemas.microsoft.com/office/drawing/2014/main" id="{6406C3F0-5FEC-63DE-D207-717F10E3B232}"/>
              </a:ext>
            </a:extLst>
          </p:cNvPr>
          <p:cNvSpPr/>
          <p:nvPr/>
        </p:nvSpPr>
        <p:spPr>
          <a:xfrm>
            <a:off x="312418" y="804672"/>
            <a:ext cx="7137400" cy="493776"/>
          </a:xfrm>
          <a:prstGeom prst="rect">
            <a:avLst/>
          </a:prstGeom>
          <a:solidFill>
            <a:srgbClr val="89AB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Design Continued:</a:t>
            </a:r>
          </a:p>
        </p:txBody>
      </p:sp>
      <p:sp>
        <p:nvSpPr>
          <p:cNvPr id="17" name="Subtitle 2">
            <a:extLst>
              <a:ext uri="{FF2B5EF4-FFF2-40B4-BE49-F238E27FC236}">
                <a16:creationId xmlns:a16="http://schemas.microsoft.com/office/drawing/2014/main" id="{8C9043AA-DA5B-8DE0-1765-F25C049CE442}"/>
              </a:ext>
            </a:extLst>
          </p:cNvPr>
          <p:cNvSpPr txBox="1">
            <a:spLocks/>
          </p:cNvSpPr>
          <p:nvPr/>
        </p:nvSpPr>
        <p:spPr>
          <a:xfrm>
            <a:off x="312418" y="1463040"/>
            <a:ext cx="7137400" cy="1474893"/>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lvl="0" algn="l">
              <a:lnSpc>
                <a:spcPct val="150000"/>
              </a:lnSpc>
            </a:pPr>
            <a:r>
              <a:rPr lang="en-US" sz="1200" b="1" dirty="0"/>
              <a:t>Active Engagement / Constructivism </a:t>
            </a:r>
            <a:r>
              <a:rPr lang="en-US" sz="1200" dirty="0"/>
              <a:t>– Learners were introduced to Madison, a fictional employee with a real job title. They were put into a real-world scenario and asked to help Madison solve a realistic problem.</a:t>
            </a:r>
          </a:p>
          <a:p>
            <a:pPr lvl="0" algn="l">
              <a:lnSpc>
                <a:spcPct val="150000"/>
              </a:lnSpc>
            </a:pPr>
            <a:r>
              <a:rPr lang="en-US" sz="1200" b="1" dirty="0"/>
              <a:t>Experiential Learning </a:t>
            </a:r>
            <a:r>
              <a:rPr lang="en-US" sz="1200" dirty="0"/>
              <a:t>– By utilizing a branching scenario that invited the learner to make choices, the learner was able to apply their knowledge and skills in a practical context.</a:t>
            </a:r>
          </a:p>
          <a:p>
            <a:pPr algn="l">
              <a:lnSpc>
                <a:spcPct val="150000"/>
              </a:lnSpc>
            </a:pPr>
            <a:endParaRPr lang="en-US" sz="1200" dirty="0"/>
          </a:p>
          <a:p>
            <a:pPr algn="l">
              <a:lnSpc>
                <a:spcPct val="150000"/>
              </a:lnSpc>
            </a:pPr>
            <a:endParaRPr lang="en-US" sz="1200" dirty="0"/>
          </a:p>
        </p:txBody>
      </p:sp>
      <p:sp>
        <p:nvSpPr>
          <p:cNvPr id="3" name="Rectangle 2">
            <a:extLst>
              <a:ext uri="{FF2B5EF4-FFF2-40B4-BE49-F238E27FC236}">
                <a16:creationId xmlns:a16="http://schemas.microsoft.com/office/drawing/2014/main" id="{4FA36904-5629-1BAA-3C52-68A6D5B1AB4F}"/>
              </a:ext>
            </a:extLst>
          </p:cNvPr>
          <p:cNvSpPr/>
          <p:nvPr/>
        </p:nvSpPr>
        <p:spPr>
          <a:xfrm>
            <a:off x="312418" y="3054117"/>
            <a:ext cx="7137400" cy="495300"/>
          </a:xfrm>
          <a:prstGeom prst="rect">
            <a:avLst/>
          </a:prstGeom>
          <a:solidFill>
            <a:srgbClr val="4682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Development:</a:t>
            </a:r>
          </a:p>
        </p:txBody>
      </p:sp>
      <p:sp>
        <p:nvSpPr>
          <p:cNvPr id="4" name="Rectangle 3">
            <a:extLst>
              <a:ext uri="{FF2B5EF4-FFF2-40B4-BE49-F238E27FC236}">
                <a16:creationId xmlns:a16="http://schemas.microsoft.com/office/drawing/2014/main" id="{D9E6A7B5-83E6-B850-5282-82E9EE1BBE6D}"/>
              </a:ext>
            </a:extLst>
          </p:cNvPr>
          <p:cNvSpPr/>
          <p:nvPr/>
        </p:nvSpPr>
        <p:spPr>
          <a:xfrm>
            <a:off x="312417" y="5757279"/>
            <a:ext cx="7137400" cy="493776"/>
          </a:xfrm>
          <a:prstGeom prst="rect">
            <a:avLst/>
          </a:prstGeom>
          <a:solidFill>
            <a:srgbClr val="7080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Evaluation &amp; Results:</a:t>
            </a:r>
          </a:p>
        </p:txBody>
      </p:sp>
      <p:sp>
        <p:nvSpPr>
          <p:cNvPr id="6" name="Subtitle 2">
            <a:extLst>
              <a:ext uri="{FF2B5EF4-FFF2-40B4-BE49-F238E27FC236}">
                <a16:creationId xmlns:a16="http://schemas.microsoft.com/office/drawing/2014/main" id="{69CF656E-2B3B-5429-759F-1E0D011CF4AA}"/>
              </a:ext>
            </a:extLst>
          </p:cNvPr>
          <p:cNvSpPr txBox="1">
            <a:spLocks/>
          </p:cNvSpPr>
          <p:nvPr/>
        </p:nvSpPr>
        <p:spPr>
          <a:xfrm>
            <a:off x="312417" y="3665601"/>
            <a:ext cx="7137401" cy="2038513"/>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algn="l">
              <a:lnSpc>
                <a:spcPct val="150000"/>
              </a:lnSpc>
            </a:pPr>
            <a:r>
              <a:rPr lang="en-US" sz="1200" b="1" dirty="0"/>
              <a:t>Storyboard</a:t>
            </a:r>
            <a:r>
              <a:rPr lang="en-US" sz="1200" dirty="0"/>
              <a:t> – A storyboard was created in Microsoft PowerPoint to share with the PMQI Department. Based upon their feedback, various items were modified.</a:t>
            </a:r>
          </a:p>
          <a:p>
            <a:pPr lvl="0" algn="l">
              <a:lnSpc>
                <a:spcPct val="150000"/>
              </a:lnSpc>
            </a:pPr>
            <a:r>
              <a:rPr lang="en-US" sz="1200" b="1" dirty="0"/>
              <a:t>Pilot Testing </a:t>
            </a:r>
            <a:r>
              <a:rPr lang="en-US" sz="1200" dirty="0"/>
              <a:t>- Once the training was created in Adobe Captivate, it was assigned to a small group of volunteers who provided feedback. The training was further modified based upon this feedback.</a:t>
            </a:r>
          </a:p>
          <a:p>
            <a:pPr lvl="0" algn="l">
              <a:lnSpc>
                <a:spcPct val="150000"/>
              </a:lnSpc>
            </a:pPr>
            <a:r>
              <a:rPr lang="en-US" sz="1200" b="1" dirty="0"/>
              <a:t>Full Rollout </a:t>
            </a:r>
            <a:r>
              <a:rPr lang="en-US" sz="1200" dirty="0"/>
              <a:t>- Following the pilot testing, the training was rolled out to all employees of the non-profit organization.</a:t>
            </a:r>
          </a:p>
          <a:p>
            <a:pPr algn="l">
              <a:lnSpc>
                <a:spcPct val="150000"/>
              </a:lnSpc>
            </a:pPr>
            <a:endParaRPr lang="en-US" sz="1200" dirty="0"/>
          </a:p>
          <a:p>
            <a:pPr algn="l">
              <a:lnSpc>
                <a:spcPct val="150000"/>
              </a:lnSpc>
            </a:pPr>
            <a:endParaRPr lang="en-US" sz="1200" dirty="0"/>
          </a:p>
        </p:txBody>
      </p:sp>
      <p:sp>
        <p:nvSpPr>
          <p:cNvPr id="9" name="Subtitle 2">
            <a:extLst>
              <a:ext uri="{FF2B5EF4-FFF2-40B4-BE49-F238E27FC236}">
                <a16:creationId xmlns:a16="http://schemas.microsoft.com/office/drawing/2014/main" id="{645C532B-8229-8C83-4AA5-DAF34DA78EC6}"/>
              </a:ext>
            </a:extLst>
          </p:cNvPr>
          <p:cNvSpPr txBox="1">
            <a:spLocks/>
          </p:cNvSpPr>
          <p:nvPr/>
        </p:nvSpPr>
        <p:spPr>
          <a:xfrm>
            <a:off x="312417" y="6431782"/>
            <a:ext cx="7137400" cy="1298986"/>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marL="342900" lvl="0" indent="-342900" algn="l">
              <a:lnSpc>
                <a:spcPct val="150000"/>
              </a:lnSpc>
              <a:buFont typeface="Arial" panose="020B0604020202020204" pitchFamily="34" charset="0"/>
              <a:buChar char="•"/>
            </a:pPr>
            <a:r>
              <a:rPr lang="en-US" sz="1200" dirty="0"/>
              <a:t>Knowledge Checks throughout training</a:t>
            </a:r>
          </a:p>
          <a:p>
            <a:pPr marL="342900" lvl="0" indent="-342900" algn="l">
              <a:lnSpc>
                <a:spcPct val="150000"/>
              </a:lnSpc>
              <a:buFont typeface="Arial" panose="020B0604020202020204" pitchFamily="34" charset="0"/>
              <a:buChar char="•"/>
            </a:pPr>
            <a:r>
              <a:rPr lang="en-US" sz="1200" dirty="0"/>
              <a:t>Completion time of quality improvement projects</a:t>
            </a:r>
          </a:p>
          <a:p>
            <a:pPr marL="342900" lvl="0" indent="-342900" algn="l">
              <a:lnSpc>
                <a:spcPct val="150000"/>
              </a:lnSpc>
              <a:buFont typeface="Arial" panose="020B0604020202020204" pitchFamily="34" charset="0"/>
              <a:buChar char="•"/>
            </a:pPr>
            <a:r>
              <a:rPr lang="en-US" sz="1200" dirty="0"/>
              <a:t>Enrollment and interest in Lean Six Sigma Training</a:t>
            </a:r>
          </a:p>
          <a:p>
            <a:pPr algn="l">
              <a:lnSpc>
                <a:spcPct val="150000"/>
              </a:lnSpc>
            </a:pPr>
            <a:endParaRPr lang="en-US" sz="1200" dirty="0"/>
          </a:p>
        </p:txBody>
      </p:sp>
      <p:sp>
        <p:nvSpPr>
          <p:cNvPr id="14" name="Rectangle 13">
            <a:extLst>
              <a:ext uri="{FF2B5EF4-FFF2-40B4-BE49-F238E27FC236}">
                <a16:creationId xmlns:a16="http://schemas.microsoft.com/office/drawing/2014/main" id="{8EC46384-FDEF-3D5F-D91D-CCECAB424630}"/>
              </a:ext>
            </a:extLst>
          </p:cNvPr>
          <p:cNvSpPr/>
          <p:nvPr/>
        </p:nvSpPr>
        <p:spPr>
          <a:xfrm>
            <a:off x="312417" y="7730768"/>
            <a:ext cx="7137400" cy="493776"/>
          </a:xfrm>
          <a:prstGeom prst="rect">
            <a:avLst/>
          </a:prstGeom>
          <a:solidFill>
            <a:srgbClr val="CC55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Improvements:</a:t>
            </a:r>
          </a:p>
        </p:txBody>
      </p:sp>
      <p:sp>
        <p:nvSpPr>
          <p:cNvPr id="15" name="Subtitle 2">
            <a:extLst>
              <a:ext uri="{FF2B5EF4-FFF2-40B4-BE49-F238E27FC236}">
                <a16:creationId xmlns:a16="http://schemas.microsoft.com/office/drawing/2014/main" id="{1ECB4772-D1DA-F232-AF17-96153A01DD73}"/>
              </a:ext>
            </a:extLst>
          </p:cNvPr>
          <p:cNvSpPr txBox="1">
            <a:spLocks/>
          </p:cNvSpPr>
          <p:nvPr/>
        </p:nvSpPr>
        <p:spPr>
          <a:xfrm>
            <a:off x="312417" y="8380261"/>
            <a:ext cx="7137400" cy="1298986"/>
          </a:xfrm>
          <a:prstGeom prst="rect">
            <a:avLst/>
          </a:prstGeom>
        </p:spPr>
        <p:txBody>
          <a:bodyPr vert="horz" lIns="91440" tIns="45720" rIns="91440" bIns="45720" rtlCol="0">
            <a:noAutofit/>
          </a:bodyPr>
          <a:lstStyle>
            <a:lvl1pPr marL="0" indent="0" algn="ctr" defTabSz="777240" rtl="0" eaLnBrk="1" latinLnBrk="0" hangingPunct="1">
              <a:lnSpc>
                <a:spcPct val="90000"/>
              </a:lnSpc>
              <a:spcBef>
                <a:spcPts val="850"/>
              </a:spcBef>
              <a:buFont typeface="Arial" panose="020B0604020202020204" pitchFamily="34" charset="0"/>
              <a:buNone/>
              <a:defRPr sz="2040" kern="1200">
                <a:solidFill>
                  <a:schemeClr val="tx1"/>
                </a:solidFill>
                <a:latin typeface="+mn-lt"/>
                <a:ea typeface="+mn-ea"/>
                <a:cs typeface="+mn-cs"/>
              </a:defRPr>
            </a:lvl1pPr>
            <a:lvl2pPr marL="388620" indent="0" algn="ctr" defTabSz="777240" rtl="0" eaLnBrk="1" latinLnBrk="0" hangingPunct="1">
              <a:lnSpc>
                <a:spcPct val="90000"/>
              </a:lnSpc>
              <a:spcBef>
                <a:spcPts val="425"/>
              </a:spcBef>
              <a:buFont typeface="Arial" panose="020B0604020202020204" pitchFamily="34" charset="0"/>
              <a:buNone/>
              <a:defRPr sz="1700" kern="1200">
                <a:solidFill>
                  <a:schemeClr val="tx1"/>
                </a:solidFill>
                <a:latin typeface="+mn-lt"/>
                <a:ea typeface="+mn-ea"/>
                <a:cs typeface="+mn-cs"/>
              </a:defRPr>
            </a:lvl2pPr>
            <a:lvl3pPr marL="777240" indent="0" algn="ctr" defTabSz="777240" rtl="0" eaLnBrk="1" latinLnBrk="0" hangingPunct="1">
              <a:lnSpc>
                <a:spcPct val="90000"/>
              </a:lnSpc>
              <a:spcBef>
                <a:spcPts val="425"/>
              </a:spcBef>
              <a:buFont typeface="Arial" panose="020B0604020202020204" pitchFamily="34" charset="0"/>
              <a:buNone/>
              <a:defRPr sz="1530" kern="1200">
                <a:solidFill>
                  <a:schemeClr val="tx1"/>
                </a:solidFill>
                <a:latin typeface="+mn-lt"/>
                <a:ea typeface="+mn-ea"/>
                <a:cs typeface="+mn-cs"/>
              </a:defRPr>
            </a:lvl3pPr>
            <a:lvl4pPr marL="11658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4pPr>
            <a:lvl5pPr marL="155448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5pPr>
            <a:lvl6pPr marL="194310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6pPr>
            <a:lvl7pPr marL="233172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7pPr>
            <a:lvl8pPr marL="272034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8pPr>
            <a:lvl9pPr marL="3108960" indent="0" algn="ctr" defTabSz="777240" rtl="0" eaLnBrk="1" latinLnBrk="0" hangingPunct="1">
              <a:lnSpc>
                <a:spcPct val="90000"/>
              </a:lnSpc>
              <a:spcBef>
                <a:spcPts val="425"/>
              </a:spcBef>
              <a:buFont typeface="Arial" panose="020B0604020202020204" pitchFamily="34" charset="0"/>
              <a:buNone/>
              <a:defRPr sz="1360" kern="1200">
                <a:solidFill>
                  <a:schemeClr val="tx1"/>
                </a:solidFill>
                <a:latin typeface="+mn-lt"/>
                <a:ea typeface="+mn-ea"/>
                <a:cs typeface="+mn-cs"/>
              </a:defRPr>
            </a:lvl9pPr>
          </a:lstStyle>
          <a:p>
            <a:pPr marL="171450" lvl="0" indent="-171450" algn="l">
              <a:lnSpc>
                <a:spcPct val="150000"/>
              </a:lnSpc>
              <a:buFont typeface="Arial" panose="020B0604020202020204" pitchFamily="34" charset="0"/>
              <a:buChar char="•"/>
            </a:pPr>
            <a:r>
              <a:rPr lang="en-US" sz="1200" b="1" dirty="0"/>
              <a:t>Expanded Branching </a:t>
            </a:r>
            <a:r>
              <a:rPr lang="en-US" sz="1200" dirty="0"/>
              <a:t>– Giving the learner more choices might allow for some nuance in decision-making in this course.</a:t>
            </a:r>
          </a:p>
          <a:p>
            <a:pPr marL="171450" lvl="0" indent="-171450" algn="l">
              <a:lnSpc>
                <a:spcPct val="150000"/>
              </a:lnSpc>
              <a:buFont typeface="Arial" panose="020B0604020202020204" pitchFamily="34" charset="0"/>
              <a:buChar char="•"/>
            </a:pPr>
            <a:r>
              <a:rPr lang="en-US" sz="1200" b="1" dirty="0"/>
              <a:t>Feedback Loop </a:t>
            </a:r>
            <a:r>
              <a:rPr lang="en-US" sz="1200" dirty="0"/>
              <a:t>– Allow learners to provide ongoing input on the training. At the end, create a short survey or feedback form.</a:t>
            </a:r>
          </a:p>
        </p:txBody>
      </p:sp>
    </p:spTree>
    <p:extLst>
      <p:ext uri="{BB962C8B-B14F-4D97-AF65-F5344CB8AC3E}">
        <p14:creationId xmlns:p14="http://schemas.microsoft.com/office/powerpoint/2010/main" val="3437826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BAD3CFA2-46C2-A86B-5E22-2CC894ADF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9803C-B8E5-94C2-46EE-9577C0965F06}"/>
              </a:ext>
            </a:extLst>
          </p:cNvPr>
          <p:cNvSpPr>
            <a:spLocks noGrp="1"/>
          </p:cNvSpPr>
          <p:nvPr>
            <p:ph type="ctrTitle"/>
          </p:nvPr>
        </p:nvSpPr>
        <p:spPr>
          <a:xfrm>
            <a:off x="167640" y="167641"/>
            <a:ext cx="7426960" cy="472439"/>
          </a:xfrm>
        </p:spPr>
        <p:txBody>
          <a:bodyPr>
            <a:noAutofit/>
          </a:bodyPr>
          <a:lstStyle/>
          <a:p>
            <a:r>
              <a:rPr lang="en-US" sz="3000" b="1" dirty="0">
                <a:solidFill>
                  <a:schemeClr val="tx1">
                    <a:lumMod val="75000"/>
                    <a:lumOff val="25000"/>
                  </a:schemeClr>
                </a:solidFill>
              </a:rPr>
              <a:t>Quality Improvement Training</a:t>
            </a:r>
          </a:p>
        </p:txBody>
      </p:sp>
      <p:sp>
        <p:nvSpPr>
          <p:cNvPr id="7" name="Rectangle 6">
            <a:extLst>
              <a:ext uri="{FF2B5EF4-FFF2-40B4-BE49-F238E27FC236}">
                <a16:creationId xmlns:a16="http://schemas.microsoft.com/office/drawing/2014/main" id="{5D5854CC-4117-17A7-42D2-4890135F5B49}"/>
              </a:ext>
            </a:extLst>
          </p:cNvPr>
          <p:cNvSpPr/>
          <p:nvPr/>
        </p:nvSpPr>
        <p:spPr>
          <a:xfrm>
            <a:off x="312418" y="804672"/>
            <a:ext cx="7137400" cy="493776"/>
          </a:xfrm>
          <a:prstGeom prst="rect">
            <a:avLst/>
          </a:prstGeom>
          <a:solidFill>
            <a:srgbClr val="7080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Alignment with ADDIE Model:</a:t>
            </a:r>
          </a:p>
        </p:txBody>
      </p:sp>
      <p:graphicFrame>
        <p:nvGraphicFramePr>
          <p:cNvPr id="8" name="Table 7">
            <a:extLst>
              <a:ext uri="{FF2B5EF4-FFF2-40B4-BE49-F238E27FC236}">
                <a16:creationId xmlns:a16="http://schemas.microsoft.com/office/drawing/2014/main" id="{0FE54171-0DA7-B44A-3B0C-0275D22FADCD}"/>
              </a:ext>
            </a:extLst>
          </p:cNvPr>
          <p:cNvGraphicFramePr>
            <a:graphicFrameLocks noGrp="1"/>
          </p:cNvGraphicFramePr>
          <p:nvPr>
            <p:extLst>
              <p:ext uri="{D42A27DB-BD31-4B8C-83A1-F6EECF244321}">
                <p14:modId xmlns:p14="http://schemas.microsoft.com/office/powerpoint/2010/main" val="4006538309"/>
              </p:ext>
            </p:extLst>
          </p:nvPr>
        </p:nvGraphicFramePr>
        <p:xfrm>
          <a:off x="312418" y="1663935"/>
          <a:ext cx="7137400" cy="6904482"/>
        </p:xfrm>
        <a:graphic>
          <a:graphicData uri="http://schemas.openxmlformats.org/drawingml/2006/table">
            <a:tbl>
              <a:tblPr firstRow="1" bandRow="1">
                <a:tableStyleId>{5C22544A-7EE6-4342-B048-85BDC9FD1C3A}</a:tableStyleId>
              </a:tblPr>
              <a:tblGrid>
                <a:gridCol w="3098439">
                  <a:extLst>
                    <a:ext uri="{9D8B030D-6E8A-4147-A177-3AD203B41FA5}">
                      <a16:colId xmlns:a16="http://schemas.microsoft.com/office/drawing/2014/main" val="2975422963"/>
                    </a:ext>
                  </a:extLst>
                </a:gridCol>
                <a:gridCol w="4038961">
                  <a:extLst>
                    <a:ext uri="{9D8B030D-6E8A-4147-A177-3AD203B41FA5}">
                      <a16:colId xmlns:a16="http://schemas.microsoft.com/office/drawing/2014/main" val="1227275691"/>
                    </a:ext>
                  </a:extLst>
                </a:gridCol>
              </a:tblGrid>
              <a:tr h="370840">
                <a:tc>
                  <a:txBody>
                    <a:bodyPr/>
                    <a:lstStyle/>
                    <a:p>
                      <a:r>
                        <a:rPr lang="en-US" sz="1200" dirty="0">
                          <a:solidFill>
                            <a:schemeClr val="tx1"/>
                          </a:solidFill>
                          <a:latin typeface="Aptos (Body)"/>
                        </a:rPr>
                        <a:t>ADDIE Model Phase: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latin typeface="Aptos (Body)"/>
                        </a:rPr>
                        <a:t>Actions: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2774063"/>
                  </a:ext>
                </a:extLst>
              </a:tr>
              <a:tr h="370840">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Aptos (Body)"/>
                        </a:rPr>
                        <a:t>Analysis</a:t>
                      </a:r>
                    </a:p>
                    <a:p>
                      <a:endParaRPr lang="en-US" sz="1200" dirty="0">
                        <a:latin typeface="Aptos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Initial Request: Received via email with basic details.</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SME Meeting: Discussed expectations and uncovered additional goals.</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Needs Analysis: Reviewed past projects, interviewed department heads and employees, conducted a survey.</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200" dirty="0">
                          <a:solidFill>
                            <a:schemeClr val="dk1"/>
                          </a:solidFill>
                          <a:effectLst/>
                          <a:latin typeface="Aptos (Body)"/>
                          <a:ea typeface="+mn-ea"/>
                          <a:cs typeface="+mn-cs"/>
                        </a:rPr>
                        <a:t>Alignment Meeting: Reviewed data and crystallized the purpose of the training.</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3620023"/>
                  </a:ext>
                </a:extLst>
              </a:tr>
              <a:tr h="593835">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latin typeface="Aptos (Body)"/>
                        </a:rPr>
                        <a:t>Design</a:t>
                      </a:r>
                    </a:p>
                    <a:p>
                      <a:endParaRPr lang="en-US" sz="1200" dirty="0">
                        <a:latin typeface="Aptos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SME Collaboration: Ongoing collaboration with PMQI Department.</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Outlines shared and reviewed.</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Storyboard reviewed.</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Email exchanges for clarity and alignment.</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200" dirty="0">
                          <a:solidFill>
                            <a:schemeClr val="dk1"/>
                          </a:solidFill>
                          <a:effectLst/>
                          <a:latin typeface="Aptos (Body)"/>
                          <a:ea typeface="+mn-ea"/>
                          <a:cs typeface="+mn-cs"/>
                        </a:rPr>
                        <a:t>Learning Theories Utilized: Active Engagement/Constructivism and Experiential Learning</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906388"/>
                  </a:ext>
                </a:extLst>
              </a:tr>
              <a:tr h="370840">
                <a:tc>
                  <a:txBody>
                    <a:bodyPr/>
                    <a:lstStyle/>
                    <a:p>
                      <a:pPr marL="0" marR="0" lvl="0" indent="0" algn="l" defTabSz="777240" rtl="0" eaLnBrk="1" fontAlgn="auto" latinLnBrk="0" hangingPunct="1">
                        <a:lnSpc>
                          <a:spcPct val="100000"/>
                        </a:lnSpc>
                        <a:spcBef>
                          <a:spcPts val="0"/>
                        </a:spcBef>
                        <a:spcAft>
                          <a:spcPts val="0"/>
                        </a:spcAft>
                        <a:buClrTx/>
                        <a:buSzTx/>
                        <a:buFontTx/>
                        <a:buNone/>
                        <a:tabLst/>
                        <a:defRPr/>
                      </a:pPr>
                      <a:r>
                        <a:rPr lang="en-US" sz="1200" dirty="0">
                          <a:latin typeface="Aptos (Body)"/>
                        </a:rPr>
                        <a:t>Development</a:t>
                      </a:r>
                    </a:p>
                    <a:p>
                      <a:endParaRPr lang="en-US" sz="1200" dirty="0">
                        <a:latin typeface="Aptos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Storyboard created in Microsoft PowerPoint.</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Pilot Testing: Feedback from volunteers and modifications made.</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200" dirty="0">
                          <a:solidFill>
                            <a:schemeClr val="dk1"/>
                          </a:solidFill>
                          <a:effectLst/>
                          <a:latin typeface="Aptos (Body)"/>
                          <a:ea typeface="+mn-ea"/>
                          <a:cs typeface="+mn-cs"/>
                        </a:rPr>
                        <a:t>eLearning Course created in Adobe Captivate.</a:t>
                      </a:r>
                    </a:p>
                    <a:p>
                      <a:pPr marL="342900" marR="0" lvl="0" indent="-342900" algn="l" defTabSz="77724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lang="en-US" sz="1200" kern="100" dirty="0">
                          <a:solidFill>
                            <a:srgbClr val="000000"/>
                          </a:solidFill>
                          <a:effectLst/>
                          <a:latin typeface="Aptos (Body)"/>
                          <a:ea typeface="DengXian" panose="02010600030101010101" pitchFamily="2" charset="-122"/>
                          <a:cs typeface="Cordia New" panose="020B0304020202020204" pitchFamily="34" charset="-34"/>
                        </a:rPr>
                        <a:t>Training assigned to employees in the learning management system.</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4644115"/>
                  </a:ext>
                </a:extLst>
              </a:tr>
              <a:tr h="370840">
                <a:tc>
                  <a:txBody>
                    <a:bodyPr/>
                    <a:lstStyle/>
                    <a:p>
                      <a:r>
                        <a:rPr lang="en-US" sz="1200" dirty="0">
                          <a:latin typeface="Aptos (Body)"/>
                        </a:rPr>
                        <a:t>Implementation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marR="0" lvl="0" indent="-342900" algn="l" defTabSz="77724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lang="en-US" sz="1200" kern="100" dirty="0">
                          <a:solidFill>
                            <a:srgbClr val="000000"/>
                          </a:solidFill>
                          <a:effectLst/>
                          <a:latin typeface="Aptos (Body)"/>
                          <a:ea typeface="DengXian" panose="02010600030101010101" pitchFamily="2" charset="-122"/>
                          <a:cs typeface="Cordia New" panose="020B0304020202020204" pitchFamily="34" charset="-34"/>
                        </a:rPr>
                        <a:t>Training assigned to employees in the learning management system.</a:t>
                      </a:r>
                      <a:endParaRPr lang="en-US" sz="1200" kern="100" dirty="0">
                        <a:effectLst/>
                        <a:latin typeface="Aptos (Body)"/>
                        <a:ea typeface="DengXian" panose="02010600030101010101" pitchFamily="2" charset="-122"/>
                        <a:cs typeface="Cordia New" panose="020B0304020202020204" pitchFamily="34" charset="-34"/>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7577690"/>
                  </a:ext>
                </a:extLst>
              </a:tr>
              <a:tr h="370840">
                <a:tc>
                  <a:txBody>
                    <a:bodyPr/>
                    <a:lstStyle/>
                    <a:p>
                      <a:r>
                        <a:rPr lang="en-US" sz="1200" dirty="0">
                          <a:latin typeface="Aptos (Body)"/>
                        </a:rPr>
                        <a:t>Evaluation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Knowledge Checks throughout training.</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Body)"/>
                          <a:ea typeface="DengXian" panose="02010600030101010101" pitchFamily="2" charset="-122"/>
                          <a:cs typeface="Cordia New" panose="020B0304020202020204" pitchFamily="34" charset="-34"/>
                        </a:rPr>
                        <a:t>Completion time of quality improvement projects.</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0615967"/>
                  </a:ext>
                </a:extLst>
              </a:tr>
            </a:tbl>
          </a:graphicData>
        </a:graphic>
      </p:graphicFrame>
    </p:spTree>
    <p:extLst>
      <p:ext uri="{BB962C8B-B14F-4D97-AF65-F5344CB8AC3E}">
        <p14:creationId xmlns:p14="http://schemas.microsoft.com/office/powerpoint/2010/main" val="20845524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89</TotalTime>
  <Words>997</Words>
  <Application>Microsoft Office PowerPoint</Application>
  <PresentationFormat>Custom</PresentationFormat>
  <Paragraphs>90</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 (Body)</vt:lpstr>
      <vt:lpstr>Aptos</vt:lpstr>
      <vt:lpstr>Aptos Display</vt:lpstr>
      <vt:lpstr>Arial</vt:lpstr>
      <vt:lpstr>Symbol</vt:lpstr>
      <vt:lpstr>Office Theme</vt:lpstr>
      <vt:lpstr>Quality Improvement Training</vt:lpstr>
      <vt:lpstr>Quality Improvement Training</vt:lpstr>
      <vt:lpstr>Quality Improvement Training</vt:lpstr>
      <vt:lpstr>Quality Improvement Training</vt:lpstr>
      <vt:lpstr>Quality Improvement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White, Matthew</dc:creator>
  <cp:lastModifiedBy>White, Matthew</cp:lastModifiedBy>
  <cp:revision>1</cp:revision>
  <dcterms:created xsi:type="dcterms:W3CDTF">2025-11-24T14:28:03Z</dcterms:created>
  <dcterms:modified xsi:type="dcterms:W3CDTF">2025-11-24T15:57:48Z</dcterms:modified>
</cp:coreProperties>
</file>